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344" r:id="rId2"/>
    <p:sldId id="322" r:id="rId3"/>
    <p:sldId id="323" r:id="rId4"/>
    <p:sldId id="324" r:id="rId5"/>
    <p:sldId id="325" r:id="rId6"/>
    <p:sldId id="326" r:id="rId7"/>
    <p:sldId id="327" r:id="rId8"/>
    <p:sldId id="345" r:id="rId9"/>
    <p:sldId id="346" r:id="rId10"/>
    <p:sldId id="328" r:id="rId11"/>
    <p:sldId id="329" r:id="rId12"/>
    <p:sldId id="330" r:id="rId13"/>
    <p:sldId id="331" r:id="rId14"/>
    <p:sldId id="332" r:id="rId15"/>
    <p:sldId id="333" r:id="rId16"/>
    <p:sldId id="334" r:id="rId17"/>
    <p:sldId id="335" r:id="rId18"/>
    <p:sldId id="349" r:id="rId19"/>
    <p:sldId id="347" r:id="rId20"/>
    <p:sldId id="336" r:id="rId21"/>
    <p:sldId id="337" r:id="rId22"/>
    <p:sldId id="348" r:id="rId23"/>
    <p:sldId id="350" r:id="rId24"/>
    <p:sldId id="338" r:id="rId25"/>
    <p:sldId id="339" r:id="rId26"/>
    <p:sldId id="340" r:id="rId27"/>
    <p:sldId id="341" r:id="rId28"/>
    <p:sldId id="342" r:id="rId29"/>
    <p:sldId id="343" r:id="rId30"/>
    <p:sldId id="351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A218FA-FEC4-4CB7-AC39-D4FBF99C35EB}" v="93" dt="2025-06-08T20:13:15.9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1373" autoAdjust="0"/>
  </p:normalViewPr>
  <p:slideViewPr>
    <p:cSldViewPr snapToGrid="0">
      <p:cViewPr>
        <p:scale>
          <a:sx n="66" d="100"/>
          <a:sy n="66" d="100"/>
        </p:scale>
        <p:origin x="1330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ishya konchigeri" userId="9c56beafedcadfc1" providerId="LiveId" clId="{EBA218FA-FEC4-4CB7-AC39-D4FBF99C35EB}"/>
    <pc:docChg chg="undo custSel addSld delSld modSld sldOrd">
      <pc:chgData name="trishya konchigeri" userId="9c56beafedcadfc1" providerId="LiveId" clId="{EBA218FA-FEC4-4CB7-AC39-D4FBF99C35EB}" dt="2025-06-08T20:15:19.287" v="554" actId="14100"/>
      <pc:docMkLst>
        <pc:docMk/>
      </pc:docMkLst>
      <pc:sldChg chg="addSp modSp mod">
        <pc:chgData name="trishya konchigeri" userId="9c56beafedcadfc1" providerId="LiveId" clId="{EBA218FA-FEC4-4CB7-AC39-D4FBF99C35EB}" dt="2025-06-08T19:13:25.783" v="20" actId="20577"/>
        <pc:sldMkLst>
          <pc:docMk/>
          <pc:sldMk cId="2074861082" sldId="324"/>
        </pc:sldMkLst>
        <pc:spChg chg="mod">
          <ac:chgData name="trishya konchigeri" userId="9c56beafedcadfc1" providerId="LiveId" clId="{EBA218FA-FEC4-4CB7-AC39-D4FBF99C35EB}" dt="2025-06-08T19:13:25.783" v="20" actId="20577"/>
          <ac:spMkLst>
            <pc:docMk/>
            <pc:sldMk cId="2074861082" sldId="324"/>
            <ac:spMk id="3" creationId="{7580D816-4B08-050A-7DD1-C3AB3648F3F6}"/>
          </ac:spMkLst>
        </pc:spChg>
        <pc:picChg chg="add mod">
          <ac:chgData name="trishya konchigeri" userId="9c56beafedcadfc1" providerId="LiveId" clId="{EBA218FA-FEC4-4CB7-AC39-D4FBF99C35EB}" dt="2025-06-08T19:12:34.418" v="1" actId="1076"/>
          <ac:picMkLst>
            <pc:docMk/>
            <pc:sldMk cId="2074861082" sldId="324"/>
            <ac:picMk id="14" creationId="{35FEFDCE-B5B3-BCCE-4DD0-04EE067131D9}"/>
          </ac:picMkLst>
        </pc:picChg>
        <pc:picChg chg="add mod">
          <ac:chgData name="trishya konchigeri" userId="9c56beafedcadfc1" providerId="LiveId" clId="{EBA218FA-FEC4-4CB7-AC39-D4FBF99C35EB}" dt="2025-06-08T19:12:49.514" v="3" actId="1076"/>
          <ac:picMkLst>
            <pc:docMk/>
            <pc:sldMk cId="2074861082" sldId="324"/>
            <ac:picMk id="15" creationId="{82FB7EA8-7D5A-A276-477D-80DB13B0662A}"/>
          </ac:picMkLst>
        </pc:picChg>
      </pc:sldChg>
      <pc:sldChg chg="add del">
        <pc:chgData name="trishya konchigeri" userId="9c56beafedcadfc1" providerId="LiveId" clId="{EBA218FA-FEC4-4CB7-AC39-D4FBF99C35EB}" dt="2025-06-08T19:13:11.812" v="6" actId="47"/>
        <pc:sldMkLst>
          <pc:docMk/>
          <pc:sldMk cId="2511712055" sldId="325"/>
        </pc:sldMkLst>
      </pc:sldChg>
      <pc:sldChg chg="new del">
        <pc:chgData name="trishya konchigeri" userId="9c56beafedcadfc1" providerId="LiveId" clId="{EBA218FA-FEC4-4CB7-AC39-D4FBF99C35EB}" dt="2025-06-08T19:13:33.561" v="24" actId="47"/>
        <pc:sldMkLst>
          <pc:docMk/>
          <pc:sldMk cId="2787224752" sldId="325"/>
        </pc:sldMkLst>
      </pc:sldChg>
      <pc:sldChg chg="addSp delSp modSp add mod modAnim">
        <pc:chgData name="trishya konchigeri" userId="9c56beafedcadfc1" providerId="LiveId" clId="{EBA218FA-FEC4-4CB7-AC39-D4FBF99C35EB}" dt="2025-06-08T19:18:03.899" v="50" actId="22"/>
        <pc:sldMkLst>
          <pc:docMk/>
          <pc:sldMk cId="3317775860" sldId="325"/>
        </pc:sldMkLst>
        <pc:spChg chg="add del mod">
          <ac:chgData name="trishya konchigeri" userId="9c56beafedcadfc1" providerId="LiveId" clId="{EBA218FA-FEC4-4CB7-AC39-D4FBF99C35EB}" dt="2025-06-08T19:14:14.941" v="36" actId="478"/>
          <ac:spMkLst>
            <pc:docMk/>
            <pc:sldMk cId="3317775860" sldId="325"/>
            <ac:spMk id="2" creationId="{F07A7B2F-7457-BD88-584D-E2E6F9422F99}"/>
          </ac:spMkLst>
        </pc:spChg>
        <pc:spChg chg="del mod">
          <ac:chgData name="trishya konchigeri" userId="9c56beafedcadfc1" providerId="LiveId" clId="{EBA218FA-FEC4-4CB7-AC39-D4FBF99C35EB}" dt="2025-06-08T19:13:47.324" v="31"/>
          <ac:spMkLst>
            <pc:docMk/>
            <pc:sldMk cId="3317775860" sldId="325"/>
            <ac:spMk id="3" creationId="{A2A096EB-5A92-02D5-7184-466862C80C75}"/>
          </ac:spMkLst>
        </pc:spChg>
        <pc:spChg chg="add mod">
          <ac:chgData name="trishya konchigeri" userId="9c56beafedcadfc1" providerId="LiveId" clId="{EBA218FA-FEC4-4CB7-AC39-D4FBF99C35EB}" dt="2025-06-08T19:15:27.897" v="37"/>
          <ac:spMkLst>
            <pc:docMk/>
            <pc:sldMk cId="3317775860" sldId="325"/>
            <ac:spMk id="5" creationId="{782474F6-CABC-EF2B-6A60-96C5765235AF}"/>
          </ac:spMkLst>
        </pc:spChg>
        <pc:spChg chg="add">
          <ac:chgData name="trishya konchigeri" userId="9c56beafedcadfc1" providerId="LiveId" clId="{EBA218FA-FEC4-4CB7-AC39-D4FBF99C35EB}" dt="2025-06-08T19:18:03.899" v="50" actId="22"/>
          <ac:spMkLst>
            <pc:docMk/>
            <pc:sldMk cId="3317775860" sldId="325"/>
            <ac:spMk id="7" creationId="{FB910482-13EA-3454-65B9-DC1323259EBB}"/>
          </ac:spMkLst>
        </pc:spChg>
        <pc:picChg chg="del">
          <ac:chgData name="trishya konchigeri" userId="9c56beafedcadfc1" providerId="LiveId" clId="{EBA218FA-FEC4-4CB7-AC39-D4FBF99C35EB}" dt="2025-06-08T19:13:47.324" v="29" actId="478"/>
          <ac:picMkLst>
            <pc:docMk/>
            <pc:sldMk cId="3317775860" sldId="325"/>
            <ac:picMk id="4" creationId="{A7EE4949-C18E-D437-77EC-74B3876902DF}"/>
          </ac:picMkLst>
        </pc:picChg>
        <pc:picChg chg="del">
          <ac:chgData name="trishya konchigeri" userId="9c56beafedcadfc1" providerId="LiveId" clId="{EBA218FA-FEC4-4CB7-AC39-D4FBF99C35EB}" dt="2025-06-08T19:13:48.935" v="32" actId="478"/>
          <ac:picMkLst>
            <pc:docMk/>
            <pc:sldMk cId="3317775860" sldId="325"/>
            <ac:picMk id="13" creationId="{DDCFF229-47EE-57F0-4AB9-BE601238062E}"/>
          </ac:picMkLst>
        </pc:picChg>
        <pc:picChg chg="del">
          <ac:chgData name="trishya konchigeri" userId="9c56beafedcadfc1" providerId="LiveId" clId="{EBA218FA-FEC4-4CB7-AC39-D4FBF99C35EB}" dt="2025-06-08T19:13:50.713" v="33" actId="478"/>
          <ac:picMkLst>
            <pc:docMk/>
            <pc:sldMk cId="3317775860" sldId="325"/>
            <ac:picMk id="14" creationId="{9F6CE5C7-FFF2-C039-7D31-1727E1A589D5}"/>
          </ac:picMkLst>
        </pc:picChg>
        <pc:picChg chg="del">
          <ac:chgData name="trishya konchigeri" userId="9c56beafedcadfc1" providerId="LiveId" clId="{EBA218FA-FEC4-4CB7-AC39-D4FBF99C35EB}" dt="2025-06-08T19:13:52.617" v="34" actId="478"/>
          <ac:picMkLst>
            <pc:docMk/>
            <pc:sldMk cId="3317775860" sldId="325"/>
            <ac:picMk id="15" creationId="{A54C8CCB-FF50-57D6-A00D-CF3907E7F601}"/>
          </ac:picMkLst>
        </pc:picChg>
      </pc:sldChg>
      <pc:sldChg chg="addSp modSp add mod modAnim">
        <pc:chgData name="trishya konchigeri" userId="9c56beafedcadfc1" providerId="LiveId" clId="{EBA218FA-FEC4-4CB7-AC39-D4FBF99C35EB}" dt="2025-06-08T19:43:05.506" v="294" actId="20577"/>
        <pc:sldMkLst>
          <pc:docMk/>
          <pc:sldMk cId="1280244944" sldId="326"/>
        </pc:sldMkLst>
        <pc:spChg chg="add mod">
          <ac:chgData name="trishya konchigeri" userId="9c56beafedcadfc1" providerId="LiveId" clId="{EBA218FA-FEC4-4CB7-AC39-D4FBF99C35EB}" dt="2025-06-08T19:16:32.454" v="45" actId="1076"/>
          <ac:spMkLst>
            <pc:docMk/>
            <pc:sldMk cId="1280244944" sldId="326"/>
            <ac:spMk id="2" creationId="{AAAC728B-0287-AB76-61BC-0532BAACE6D5}"/>
          </ac:spMkLst>
        </pc:spChg>
        <pc:spChg chg="add mod">
          <ac:chgData name="trishya konchigeri" userId="9c56beafedcadfc1" providerId="LiveId" clId="{EBA218FA-FEC4-4CB7-AC39-D4FBF99C35EB}" dt="2025-06-08T19:43:05.506" v="294" actId="20577"/>
          <ac:spMkLst>
            <pc:docMk/>
            <pc:sldMk cId="1280244944" sldId="326"/>
            <ac:spMk id="4" creationId="{ABD56955-499F-F0A6-EDA9-2A284DB9E006}"/>
          </ac:spMkLst>
        </pc:spChg>
        <pc:picChg chg="add mod">
          <ac:chgData name="trishya konchigeri" userId="9c56beafedcadfc1" providerId="LiveId" clId="{EBA218FA-FEC4-4CB7-AC39-D4FBF99C35EB}" dt="2025-06-08T19:18:28.250" v="53" actId="14100"/>
          <ac:picMkLst>
            <pc:docMk/>
            <pc:sldMk cId="1280244944" sldId="326"/>
            <ac:picMk id="6" creationId="{62F3CC01-FBB8-5F98-F5F9-E987A2781268}"/>
          </ac:picMkLst>
        </pc:picChg>
      </pc:sldChg>
      <pc:sldChg chg="new del">
        <pc:chgData name="trishya konchigeri" userId="9c56beafedcadfc1" providerId="LiveId" clId="{EBA218FA-FEC4-4CB7-AC39-D4FBF99C35EB}" dt="2025-06-08T19:13:34.779" v="25" actId="47"/>
        <pc:sldMkLst>
          <pc:docMk/>
          <pc:sldMk cId="3805263945" sldId="326"/>
        </pc:sldMkLst>
      </pc:sldChg>
      <pc:sldChg chg="new del">
        <pc:chgData name="trishya konchigeri" userId="9c56beafedcadfc1" providerId="LiveId" clId="{EBA218FA-FEC4-4CB7-AC39-D4FBF99C35EB}" dt="2025-06-08T19:13:35.441" v="26" actId="47"/>
        <pc:sldMkLst>
          <pc:docMk/>
          <pc:sldMk cId="1768562909" sldId="327"/>
        </pc:sldMkLst>
      </pc:sldChg>
      <pc:sldChg chg="addSp modSp add mod">
        <pc:chgData name="trishya konchigeri" userId="9c56beafedcadfc1" providerId="LiveId" clId="{EBA218FA-FEC4-4CB7-AC39-D4FBF99C35EB}" dt="2025-06-08T19:17:29.493" v="49" actId="14100"/>
        <pc:sldMkLst>
          <pc:docMk/>
          <pc:sldMk cId="3897266729" sldId="327"/>
        </pc:sldMkLst>
        <pc:spChg chg="add mod">
          <ac:chgData name="trishya konchigeri" userId="9c56beafedcadfc1" providerId="LiveId" clId="{EBA218FA-FEC4-4CB7-AC39-D4FBF99C35EB}" dt="2025-06-08T19:17:29.493" v="49" actId="14100"/>
          <ac:spMkLst>
            <pc:docMk/>
            <pc:sldMk cId="3897266729" sldId="327"/>
            <ac:spMk id="3" creationId="{E3E035E4-2FEC-148A-369E-CF157C7F9B2B}"/>
          </ac:spMkLst>
        </pc:spChg>
      </pc:sldChg>
      <pc:sldChg chg="addSp delSp modSp add mod">
        <pc:chgData name="trishya konchigeri" userId="9c56beafedcadfc1" providerId="LiveId" clId="{EBA218FA-FEC4-4CB7-AC39-D4FBF99C35EB}" dt="2025-06-08T19:19:36.445" v="60"/>
        <pc:sldMkLst>
          <pc:docMk/>
          <pc:sldMk cId="941652162" sldId="328"/>
        </pc:sldMkLst>
        <pc:spChg chg="add del mod">
          <ac:chgData name="trishya konchigeri" userId="9c56beafedcadfc1" providerId="LiveId" clId="{EBA218FA-FEC4-4CB7-AC39-D4FBF99C35EB}" dt="2025-06-08T19:19:36.445" v="60"/>
          <ac:spMkLst>
            <pc:docMk/>
            <pc:sldMk cId="941652162" sldId="328"/>
            <ac:spMk id="3" creationId="{E1597A90-FF9A-634D-2C5B-8EA406F0EEFE}"/>
          </ac:spMkLst>
        </pc:spChg>
      </pc:sldChg>
      <pc:sldChg chg="addSp add mod">
        <pc:chgData name="trishya konchigeri" userId="9c56beafedcadfc1" providerId="LiveId" clId="{EBA218FA-FEC4-4CB7-AC39-D4FBF99C35EB}" dt="2025-06-08T19:20:01.199" v="62" actId="22"/>
        <pc:sldMkLst>
          <pc:docMk/>
          <pc:sldMk cId="1550565794" sldId="329"/>
        </pc:sldMkLst>
        <pc:spChg chg="add">
          <ac:chgData name="trishya konchigeri" userId="9c56beafedcadfc1" providerId="LiveId" clId="{EBA218FA-FEC4-4CB7-AC39-D4FBF99C35EB}" dt="2025-06-08T19:20:01.199" v="62" actId="22"/>
          <ac:spMkLst>
            <pc:docMk/>
            <pc:sldMk cId="1550565794" sldId="329"/>
            <ac:spMk id="4" creationId="{62CAF9F9-CAC8-1BEE-5F49-74E65FAFCD96}"/>
          </ac:spMkLst>
        </pc:spChg>
      </pc:sldChg>
      <pc:sldChg chg="addSp delSp modSp add mod modAnim">
        <pc:chgData name="trishya konchigeri" userId="9c56beafedcadfc1" providerId="LiveId" clId="{EBA218FA-FEC4-4CB7-AC39-D4FBF99C35EB}" dt="2025-06-08T19:49:42.184" v="327" actId="14100"/>
        <pc:sldMkLst>
          <pc:docMk/>
          <pc:sldMk cId="3878993208" sldId="330"/>
        </pc:sldMkLst>
        <pc:spChg chg="add del mod">
          <ac:chgData name="trishya konchigeri" userId="9c56beafedcadfc1" providerId="LiveId" clId="{EBA218FA-FEC4-4CB7-AC39-D4FBF99C35EB}" dt="2025-06-08T19:47:39.724" v="316" actId="478"/>
          <ac:spMkLst>
            <pc:docMk/>
            <pc:sldMk cId="3878993208" sldId="330"/>
            <ac:spMk id="2" creationId="{80EB68CB-0EBB-9909-4354-2DE9B0D803B0}"/>
          </ac:spMkLst>
        </pc:spChg>
        <pc:spChg chg="del mod">
          <ac:chgData name="trishya konchigeri" userId="9c56beafedcadfc1" providerId="LiveId" clId="{EBA218FA-FEC4-4CB7-AC39-D4FBF99C35EB}" dt="2025-06-08T19:21:41.072" v="73" actId="478"/>
          <ac:spMkLst>
            <pc:docMk/>
            <pc:sldMk cId="3878993208" sldId="330"/>
            <ac:spMk id="5" creationId="{767F0840-2043-AC54-5D67-7E64AEF95C3B}"/>
          </ac:spMkLst>
        </pc:spChg>
        <pc:spChg chg="add mod">
          <ac:chgData name="trishya konchigeri" userId="9c56beafedcadfc1" providerId="LiveId" clId="{EBA218FA-FEC4-4CB7-AC39-D4FBF99C35EB}" dt="2025-06-08T19:22:27.441" v="83" actId="571"/>
          <ac:spMkLst>
            <pc:docMk/>
            <pc:sldMk cId="3878993208" sldId="330"/>
            <ac:spMk id="14" creationId="{6DB57395-F2D8-B368-162A-4E8B1A2C6CE0}"/>
          </ac:spMkLst>
        </pc:spChg>
        <pc:spChg chg="add mod">
          <ac:chgData name="trishya konchigeri" userId="9c56beafedcadfc1" providerId="LiveId" clId="{EBA218FA-FEC4-4CB7-AC39-D4FBF99C35EB}" dt="2025-06-08T19:49:42.184" v="327" actId="14100"/>
          <ac:spMkLst>
            <pc:docMk/>
            <pc:sldMk cId="3878993208" sldId="330"/>
            <ac:spMk id="34" creationId="{D69CADA1-62B9-6C8A-A9AD-365231EEC1BF}"/>
          </ac:spMkLst>
        </pc:spChg>
        <pc:spChg chg="mod">
          <ac:chgData name="trishya konchigeri" userId="9c56beafedcadfc1" providerId="LiveId" clId="{EBA218FA-FEC4-4CB7-AC39-D4FBF99C35EB}" dt="2025-06-08T19:46:03.379" v="307" actId="1076"/>
          <ac:spMkLst>
            <pc:docMk/>
            <pc:sldMk cId="3878993208" sldId="330"/>
            <ac:spMk id="1048622" creationId="{2D20CB34-E05C-C016-25F0-CE5885C9CD88}"/>
          </ac:spMkLst>
        </pc:spChg>
        <pc:grpChg chg="add del mod">
          <ac:chgData name="trishya konchigeri" userId="9c56beafedcadfc1" providerId="LiveId" clId="{EBA218FA-FEC4-4CB7-AC39-D4FBF99C35EB}" dt="2025-06-08T19:47:50.212" v="319" actId="478"/>
          <ac:grpSpMkLst>
            <pc:docMk/>
            <pc:sldMk cId="3878993208" sldId="330"/>
            <ac:grpSpMk id="4" creationId="{31625CBB-9CE6-7EEE-B4CF-E8C350E23AE8}"/>
          </ac:grpSpMkLst>
        </pc:grpChg>
        <pc:grpChg chg="add del mod">
          <ac:chgData name="trishya konchigeri" userId="9c56beafedcadfc1" providerId="LiveId" clId="{EBA218FA-FEC4-4CB7-AC39-D4FBF99C35EB}" dt="2025-06-08T19:22:38.576" v="86" actId="478"/>
          <ac:grpSpMkLst>
            <pc:docMk/>
            <pc:sldMk cId="3878993208" sldId="330"/>
            <ac:grpSpMk id="8" creationId="{8CC940AF-656F-BDE0-7C37-9345725A6F7B}"/>
          </ac:grpSpMkLst>
        </pc:grpChg>
        <pc:grpChg chg="add del mod">
          <ac:chgData name="trishya konchigeri" userId="9c56beafedcadfc1" providerId="LiveId" clId="{EBA218FA-FEC4-4CB7-AC39-D4FBF99C35EB}" dt="2025-06-08T19:22:30.896" v="85" actId="478"/>
          <ac:grpSpMkLst>
            <pc:docMk/>
            <pc:sldMk cId="3878993208" sldId="330"/>
            <ac:grpSpMk id="11" creationId="{A5855C7D-1B8D-40F1-93F4-FBD592CDEAA6}"/>
          </ac:grpSpMkLst>
        </pc:grpChg>
        <pc:grpChg chg="add mod">
          <ac:chgData name="trishya konchigeri" userId="9c56beafedcadfc1" providerId="LiveId" clId="{EBA218FA-FEC4-4CB7-AC39-D4FBF99C35EB}" dt="2025-06-08T19:22:27.441" v="83" actId="571"/>
          <ac:grpSpMkLst>
            <pc:docMk/>
            <pc:sldMk cId="3878993208" sldId="330"/>
            <ac:grpSpMk id="15" creationId="{1E88D94B-8DD9-09D6-DC59-679F24E00709}"/>
          </ac:grpSpMkLst>
        </pc:grpChg>
        <pc:grpChg chg="add del mod">
          <ac:chgData name="trishya konchigeri" userId="9c56beafedcadfc1" providerId="LiveId" clId="{EBA218FA-FEC4-4CB7-AC39-D4FBF99C35EB}" dt="2025-06-08T19:47:44.329" v="317" actId="478"/>
          <ac:grpSpMkLst>
            <pc:docMk/>
            <pc:sldMk cId="3878993208" sldId="330"/>
            <ac:grpSpMk id="18" creationId="{F08C3D35-0B11-75D7-C279-D12A38032442}"/>
          </ac:grpSpMkLst>
        </pc:grpChg>
        <pc:grpChg chg="add del mod">
          <ac:chgData name="trishya konchigeri" userId="9c56beafedcadfc1" providerId="LiveId" clId="{EBA218FA-FEC4-4CB7-AC39-D4FBF99C35EB}" dt="2025-06-08T19:47:44.329" v="317" actId="478"/>
          <ac:grpSpMkLst>
            <pc:docMk/>
            <pc:sldMk cId="3878993208" sldId="330"/>
            <ac:grpSpMk id="21" creationId="{C6078300-2AFC-22BA-43EC-402BC3673969}"/>
          </ac:grpSpMkLst>
        </pc:grpChg>
        <pc:grpChg chg="add del mod">
          <ac:chgData name="trishya konchigeri" userId="9c56beafedcadfc1" providerId="LiveId" clId="{EBA218FA-FEC4-4CB7-AC39-D4FBF99C35EB}" dt="2025-06-08T19:24:01.333" v="97" actId="478"/>
          <ac:grpSpMkLst>
            <pc:docMk/>
            <pc:sldMk cId="3878993208" sldId="330"/>
            <ac:grpSpMk id="24" creationId="{3F7065AF-2C62-5D5C-A130-99B768927EF6}"/>
          </ac:grpSpMkLst>
        </pc:grpChg>
        <pc:grpChg chg="add del mod">
          <ac:chgData name="trishya konchigeri" userId="9c56beafedcadfc1" providerId="LiveId" clId="{EBA218FA-FEC4-4CB7-AC39-D4FBF99C35EB}" dt="2025-06-08T19:47:48.108" v="318" actId="478"/>
          <ac:grpSpMkLst>
            <pc:docMk/>
            <pc:sldMk cId="3878993208" sldId="330"/>
            <ac:grpSpMk id="28" creationId="{6D842D62-3F7C-949A-BE47-4936ED839ABC}"/>
          </ac:grpSpMkLst>
        </pc:grpChg>
        <pc:grpChg chg="add mod">
          <ac:chgData name="trishya konchigeri" userId="9c56beafedcadfc1" providerId="LiveId" clId="{EBA218FA-FEC4-4CB7-AC39-D4FBF99C35EB}" dt="2025-06-08T19:49:09.801" v="324" actId="1076"/>
          <ac:grpSpMkLst>
            <pc:docMk/>
            <pc:sldMk cId="3878993208" sldId="330"/>
            <ac:grpSpMk id="35" creationId="{36CCA966-A723-3F61-A427-B7E87FD4B519}"/>
          </ac:grpSpMkLst>
        </pc:grpChg>
        <pc:grpChg chg="add mod">
          <ac:chgData name="trishya konchigeri" userId="9c56beafedcadfc1" providerId="LiveId" clId="{EBA218FA-FEC4-4CB7-AC39-D4FBF99C35EB}" dt="2025-06-08T19:49:09.801" v="324" actId="1076"/>
          <ac:grpSpMkLst>
            <pc:docMk/>
            <pc:sldMk cId="3878993208" sldId="330"/>
            <ac:grpSpMk id="38" creationId="{37120BF1-FB68-00E6-0076-014C92400814}"/>
          </ac:grpSpMkLst>
        </pc:grpChg>
        <pc:grpChg chg="add mod">
          <ac:chgData name="trishya konchigeri" userId="9c56beafedcadfc1" providerId="LiveId" clId="{EBA218FA-FEC4-4CB7-AC39-D4FBF99C35EB}" dt="2025-06-08T19:49:09.801" v="324" actId="1076"/>
          <ac:grpSpMkLst>
            <pc:docMk/>
            <pc:sldMk cId="3878993208" sldId="330"/>
            <ac:grpSpMk id="41" creationId="{C69C568D-ABE3-D1D4-1C83-E648AF0A3063}"/>
          </ac:grpSpMkLst>
        </pc:grpChg>
        <pc:grpChg chg="add mod">
          <ac:chgData name="trishya konchigeri" userId="9c56beafedcadfc1" providerId="LiveId" clId="{EBA218FA-FEC4-4CB7-AC39-D4FBF99C35EB}" dt="2025-06-08T19:49:35.557" v="326" actId="1076"/>
          <ac:grpSpMkLst>
            <pc:docMk/>
            <pc:sldMk cId="3878993208" sldId="330"/>
            <ac:grpSpMk id="45" creationId="{95B016C0-A3ED-38B7-C172-A75726B9964B}"/>
          </ac:grpSpMkLst>
        </pc:grpChg>
        <pc:grpChg chg="mod">
          <ac:chgData name="trishya konchigeri" userId="9c56beafedcadfc1" providerId="LiveId" clId="{EBA218FA-FEC4-4CB7-AC39-D4FBF99C35EB}" dt="2025-06-08T19:22:27.699" v="84" actId="1076"/>
          <ac:grpSpMkLst>
            <pc:docMk/>
            <pc:sldMk cId="3878993208" sldId="330"/>
            <ac:grpSpMk id="91" creationId="{F1CD411B-A679-5B77-DB03-4B3B4442D07A}"/>
          </ac:grpSpMkLst>
        </pc:grpChg>
        <pc:graphicFrameChg chg="add del mod">
          <ac:chgData name="trishya konchigeri" userId="9c56beafedcadfc1" providerId="LiveId" clId="{EBA218FA-FEC4-4CB7-AC39-D4FBF99C35EB}" dt="2025-06-08T19:24:01.333" v="97" actId="478"/>
          <ac:graphicFrameMkLst>
            <pc:docMk/>
            <pc:sldMk cId="3878993208" sldId="330"/>
            <ac:graphicFrameMk id="27" creationId="{0E5EDB83-A5CD-A215-D31E-50A10D56CDE3}"/>
          </ac:graphicFrameMkLst>
        </pc:graphicFrameChg>
        <pc:graphicFrameChg chg="add mod">
          <ac:chgData name="trishya konchigeri" userId="9c56beafedcadfc1" providerId="LiveId" clId="{EBA218FA-FEC4-4CB7-AC39-D4FBF99C35EB}" dt="2025-06-08T19:49:09.801" v="324" actId="1076"/>
          <ac:graphicFrameMkLst>
            <pc:docMk/>
            <pc:sldMk cId="3878993208" sldId="330"/>
            <ac:graphicFrameMk id="44" creationId="{775206CD-120B-1D13-C2F3-D28C8FA2852B}"/>
          </ac:graphicFrameMkLst>
        </pc:graphicFrameChg>
        <pc:cxnChg chg="mod">
          <ac:chgData name="trishya konchigeri" userId="9c56beafedcadfc1" providerId="LiveId" clId="{EBA218FA-FEC4-4CB7-AC39-D4FBF99C35EB}" dt="2025-06-08T19:20:59.070" v="68"/>
          <ac:cxnSpMkLst>
            <pc:docMk/>
            <pc:sldMk cId="3878993208" sldId="330"/>
            <ac:cxnSpMk id="6" creationId="{E7C17F41-978D-5478-9A73-A7216923E226}"/>
          </ac:cxnSpMkLst>
        </pc:cxnChg>
        <pc:cxnChg chg="mod">
          <ac:chgData name="trishya konchigeri" userId="9c56beafedcadfc1" providerId="LiveId" clId="{EBA218FA-FEC4-4CB7-AC39-D4FBF99C35EB}" dt="2025-06-08T19:20:59.070" v="68"/>
          <ac:cxnSpMkLst>
            <pc:docMk/>
            <pc:sldMk cId="3878993208" sldId="330"/>
            <ac:cxnSpMk id="7" creationId="{62DEBC87-E558-2DC1-90F8-6548B442562B}"/>
          </ac:cxnSpMkLst>
        </pc:cxnChg>
        <pc:cxnChg chg="mod">
          <ac:chgData name="trishya konchigeri" userId="9c56beafedcadfc1" providerId="LiveId" clId="{EBA218FA-FEC4-4CB7-AC39-D4FBF99C35EB}" dt="2025-06-08T19:20:59.070" v="68"/>
          <ac:cxnSpMkLst>
            <pc:docMk/>
            <pc:sldMk cId="3878993208" sldId="330"/>
            <ac:cxnSpMk id="9" creationId="{B8AA19B0-A24D-6160-6278-66995A459DD0}"/>
          </ac:cxnSpMkLst>
        </pc:cxnChg>
        <pc:cxnChg chg="mod">
          <ac:chgData name="trishya konchigeri" userId="9c56beafedcadfc1" providerId="LiveId" clId="{EBA218FA-FEC4-4CB7-AC39-D4FBF99C35EB}" dt="2025-06-08T19:20:59.070" v="68"/>
          <ac:cxnSpMkLst>
            <pc:docMk/>
            <pc:sldMk cId="3878993208" sldId="330"/>
            <ac:cxnSpMk id="10" creationId="{7BD490AF-0A7D-123F-E872-2EF8E0AE55AD}"/>
          </ac:cxnSpMkLst>
        </pc:cxnChg>
        <pc:cxnChg chg="mod">
          <ac:chgData name="trishya konchigeri" userId="9c56beafedcadfc1" providerId="LiveId" clId="{EBA218FA-FEC4-4CB7-AC39-D4FBF99C35EB}" dt="2025-06-08T19:20:59.070" v="68"/>
          <ac:cxnSpMkLst>
            <pc:docMk/>
            <pc:sldMk cId="3878993208" sldId="330"/>
            <ac:cxnSpMk id="12" creationId="{9BBF80EA-A751-9C64-F8CA-B08F4942C86D}"/>
          </ac:cxnSpMkLst>
        </pc:cxnChg>
        <pc:cxnChg chg="mod">
          <ac:chgData name="trishya konchigeri" userId="9c56beafedcadfc1" providerId="LiveId" clId="{EBA218FA-FEC4-4CB7-AC39-D4FBF99C35EB}" dt="2025-06-08T19:20:59.070" v="68"/>
          <ac:cxnSpMkLst>
            <pc:docMk/>
            <pc:sldMk cId="3878993208" sldId="330"/>
            <ac:cxnSpMk id="13" creationId="{BB43FFF2-7666-1248-5DFF-05921E18FF92}"/>
          </ac:cxnSpMkLst>
        </pc:cxnChg>
        <pc:cxnChg chg="mod">
          <ac:chgData name="trishya konchigeri" userId="9c56beafedcadfc1" providerId="LiveId" clId="{EBA218FA-FEC4-4CB7-AC39-D4FBF99C35EB}" dt="2025-06-08T19:22:27.441" v="83" actId="571"/>
          <ac:cxnSpMkLst>
            <pc:docMk/>
            <pc:sldMk cId="3878993208" sldId="330"/>
            <ac:cxnSpMk id="16" creationId="{EDA76481-1053-B998-50E0-D10C1B2DA38F}"/>
          </ac:cxnSpMkLst>
        </pc:cxnChg>
        <pc:cxnChg chg="mod">
          <ac:chgData name="trishya konchigeri" userId="9c56beafedcadfc1" providerId="LiveId" clId="{EBA218FA-FEC4-4CB7-AC39-D4FBF99C35EB}" dt="2025-06-08T19:22:27.441" v="83" actId="571"/>
          <ac:cxnSpMkLst>
            <pc:docMk/>
            <pc:sldMk cId="3878993208" sldId="330"/>
            <ac:cxnSpMk id="17" creationId="{6150FC2C-6ACD-F135-2A94-11CA52C89CB8}"/>
          </ac:cxnSpMkLst>
        </pc:cxnChg>
        <pc:cxnChg chg="mod">
          <ac:chgData name="trishya konchigeri" userId="9c56beafedcadfc1" providerId="LiveId" clId="{EBA218FA-FEC4-4CB7-AC39-D4FBF99C35EB}" dt="2025-06-08T19:23:10.439" v="90"/>
          <ac:cxnSpMkLst>
            <pc:docMk/>
            <pc:sldMk cId="3878993208" sldId="330"/>
            <ac:cxnSpMk id="19" creationId="{AD9B53D8-202C-05CB-CAE3-D0FBEE1166E1}"/>
          </ac:cxnSpMkLst>
        </pc:cxnChg>
        <pc:cxnChg chg="mod">
          <ac:chgData name="trishya konchigeri" userId="9c56beafedcadfc1" providerId="LiveId" clId="{EBA218FA-FEC4-4CB7-AC39-D4FBF99C35EB}" dt="2025-06-08T19:23:10.439" v="90"/>
          <ac:cxnSpMkLst>
            <pc:docMk/>
            <pc:sldMk cId="3878993208" sldId="330"/>
            <ac:cxnSpMk id="20" creationId="{CBDBE7FE-4AB4-479B-4B64-1407AC9B44D2}"/>
          </ac:cxnSpMkLst>
        </pc:cxnChg>
        <pc:cxnChg chg="mod">
          <ac:chgData name="trishya konchigeri" userId="9c56beafedcadfc1" providerId="LiveId" clId="{EBA218FA-FEC4-4CB7-AC39-D4FBF99C35EB}" dt="2025-06-08T19:23:33.366" v="93"/>
          <ac:cxnSpMkLst>
            <pc:docMk/>
            <pc:sldMk cId="3878993208" sldId="330"/>
            <ac:cxnSpMk id="22" creationId="{322BCA1F-9014-7599-7AF5-65E9912D0B0F}"/>
          </ac:cxnSpMkLst>
        </pc:cxnChg>
        <pc:cxnChg chg="mod">
          <ac:chgData name="trishya konchigeri" userId="9c56beafedcadfc1" providerId="LiveId" clId="{EBA218FA-FEC4-4CB7-AC39-D4FBF99C35EB}" dt="2025-06-08T19:23:33.366" v="93"/>
          <ac:cxnSpMkLst>
            <pc:docMk/>
            <pc:sldMk cId="3878993208" sldId="330"/>
            <ac:cxnSpMk id="23" creationId="{E9054749-9C7E-0BCF-ACE3-3C3D93C58236}"/>
          </ac:cxnSpMkLst>
        </pc:cxnChg>
        <pc:cxnChg chg="mod">
          <ac:chgData name="trishya konchigeri" userId="9c56beafedcadfc1" providerId="LiveId" clId="{EBA218FA-FEC4-4CB7-AC39-D4FBF99C35EB}" dt="2025-06-08T19:23:53.236" v="95"/>
          <ac:cxnSpMkLst>
            <pc:docMk/>
            <pc:sldMk cId="3878993208" sldId="330"/>
            <ac:cxnSpMk id="25" creationId="{0D8DAFE2-F27E-8270-2B16-6F4EBE0A75F9}"/>
          </ac:cxnSpMkLst>
        </pc:cxnChg>
        <pc:cxnChg chg="mod">
          <ac:chgData name="trishya konchigeri" userId="9c56beafedcadfc1" providerId="LiveId" clId="{EBA218FA-FEC4-4CB7-AC39-D4FBF99C35EB}" dt="2025-06-08T19:23:53.236" v="95"/>
          <ac:cxnSpMkLst>
            <pc:docMk/>
            <pc:sldMk cId="3878993208" sldId="330"/>
            <ac:cxnSpMk id="26" creationId="{D0F26C06-A29D-34C7-8A8A-AA605AC49612}"/>
          </ac:cxnSpMkLst>
        </pc:cxnChg>
        <pc:cxnChg chg="mod">
          <ac:chgData name="trishya konchigeri" userId="9c56beafedcadfc1" providerId="LiveId" clId="{EBA218FA-FEC4-4CB7-AC39-D4FBF99C35EB}" dt="2025-06-08T19:45:49.071" v="302"/>
          <ac:cxnSpMkLst>
            <pc:docMk/>
            <pc:sldMk cId="3878993208" sldId="330"/>
            <ac:cxnSpMk id="29" creationId="{6AFCDBBA-F779-0C98-9898-0959F988D8BD}"/>
          </ac:cxnSpMkLst>
        </pc:cxnChg>
        <pc:cxnChg chg="mod">
          <ac:chgData name="trishya konchigeri" userId="9c56beafedcadfc1" providerId="LiveId" clId="{EBA218FA-FEC4-4CB7-AC39-D4FBF99C35EB}" dt="2025-06-08T19:45:49.071" v="302"/>
          <ac:cxnSpMkLst>
            <pc:docMk/>
            <pc:sldMk cId="3878993208" sldId="330"/>
            <ac:cxnSpMk id="30" creationId="{EB412C3F-C97B-E4DD-2A18-50787FD39EFC}"/>
          </ac:cxnSpMkLst>
        </pc:cxnChg>
        <pc:cxnChg chg="mod">
          <ac:chgData name="trishya konchigeri" userId="9c56beafedcadfc1" providerId="LiveId" clId="{EBA218FA-FEC4-4CB7-AC39-D4FBF99C35EB}" dt="2025-06-08T19:45:49.071" v="302"/>
          <ac:cxnSpMkLst>
            <pc:docMk/>
            <pc:sldMk cId="3878993208" sldId="330"/>
            <ac:cxnSpMk id="31" creationId="{9B46F07A-50EF-AA36-0758-8C2007874315}"/>
          </ac:cxnSpMkLst>
        </pc:cxnChg>
        <pc:cxnChg chg="mod">
          <ac:chgData name="trishya konchigeri" userId="9c56beafedcadfc1" providerId="LiveId" clId="{EBA218FA-FEC4-4CB7-AC39-D4FBF99C35EB}" dt="2025-06-08T19:45:49.071" v="302"/>
          <ac:cxnSpMkLst>
            <pc:docMk/>
            <pc:sldMk cId="3878993208" sldId="330"/>
            <ac:cxnSpMk id="32" creationId="{E0B008DB-219C-4215-110D-1699CCAD9429}"/>
          </ac:cxnSpMkLst>
        </pc:cxnChg>
        <pc:cxnChg chg="mod">
          <ac:chgData name="trishya konchigeri" userId="9c56beafedcadfc1" providerId="LiveId" clId="{EBA218FA-FEC4-4CB7-AC39-D4FBF99C35EB}" dt="2025-06-08T19:49:03.825" v="323"/>
          <ac:cxnSpMkLst>
            <pc:docMk/>
            <pc:sldMk cId="3878993208" sldId="330"/>
            <ac:cxnSpMk id="36" creationId="{CCB2915D-29A9-7A25-A750-CAC973153E08}"/>
          </ac:cxnSpMkLst>
        </pc:cxnChg>
        <pc:cxnChg chg="mod">
          <ac:chgData name="trishya konchigeri" userId="9c56beafedcadfc1" providerId="LiveId" clId="{EBA218FA-FEC4-4CB7-AC39-D4FBF99C35EB}" dt="2025-06-08T19:49:03.825" v="323"/>
          <ac:cxnSpMkLst>
            <pc:docMk/>
            <pc:sldMk cId="3878993208" sldId="330"/>
            <ac:cxnSpMk id="37" creationId="{882F4536-596B-9DC9-9745-F4622866AFE0}"/>
          </ac:cxnSpMkLst>
        </pc:cxnChg>
        <pc:cxnChg chg="mod">
          <ac:chgData name="trishya konchigeri" userId="9c56beafedcadfc1" providerId="LiveId" clId="{EBA218FA-FEC4-4CB7-AC39-D4FBF99C35EB}" dt="2025-06-08T19:49:03.825" v="323"/>
          <ac:cxnSpMkLst>
            <pc:docMk/>
            <pc:sldMk cId="3878993208" sldId="330"/>
            <ac:cxnSpMk id="39" creationId="{A85DCBA2-DCDE-6DEE-2CE8-2425AA9991A6}"/>
          </ac:cxnSpMkLst>
        </pc:cxnChg>
        <pc:cxnChg chg="mod">
          <ac:chgData name="trishya konchigeri" userId="9c56beafedcadfc1" providerId="LiveId" clId="{EBA218FA-FEC4-4CB7-AC39-D4FBF99C35EB}" dt="2025-06-08T19:49:03.825" v="323"/>
          <ac:cxnSpMkLst>
            <pc:docMk/>
            <pc:sldMk cId="3878993208" sldId="330"/>
            <ac:cxnSpMk id="40" creationId="{6A10C41A-D7DC-FB69-4B5E-A91C279EAB81}"/>
          </ac:cxnSpMkLst>
        </pc:cxnChg>
        <pc:cxnChg chg="mod">
          <ac:chgData name="trishya konchigeri" userId="9c56beafedcadfc1" providerId="LiveId" clId="{EBA218FA-FEC4-4CB7-AC39-D4FBF99C35EB}" dt="2025-06-08T19:49:03.825" v="323"/>
          <ac:cxnSpMkLst>
            <pc:docMk/>
            <pc:sldMk cId="3878993208" sldId="330"/>
            <ac:cxnSpMk id="42" creationId="{72FF6827-CC78-33F6-CF64-443C8C2974EC}"/>
          </ac:cxnSpMkLst>
        </pc:cxnChg>
        <pc:cxnChg chg="mod">
          <ac:chgData name="trishya konchigeri" userId="9c56beafedcadfc1" providerId="LiveId" clId="{EBA218FA-FEC4-4CB7-AC39-D4FBF99C35EB}" dt="2025-06-08T19:49:03.825" v="323"/>
          <ac:cxnSpMkLst>
            <pc:docMk/>
            <pc:sldMk cId="3878993208" sldId="330"/>
            <ac:cxnSpMk id="43" creationId="{8174D5CE-769D-2D63-6645-503E225D1869}"/>
          </ac:cxnSpMkLst>
        </pc:cxnChg>
        <pc:cxnChg chg="mod">
          <ac:chgData name="trishya konchigeri" userId="9c56beafedcadfc1" providerId="LiveId" clId="{EBA218FA-FEC4-4CB7-AC39-D4FBF99C35EB}" dt="2025-06-08T19:49:30.299" v="325"/>
          <ac:cxnSpMkLst>
            <pc:docMk/>
            <pc:sldMk cId="3878993208" sldId="330"/>
            <ac:cxnSpMk id="46" creationId="{3FA4574F-271C-2D68-F4FC-1664BD7DDAA1}"/>
          </ac:cxnSpMkLst>
        </pc:cxnChg>
        <pc:cxnChg chg="mod">
          <ac:chgData name="trishya konchigeri" userId="9c56beafedcadfc1" providerId="LiveId" clId="{EBA218FA-FEC4-4CB7-AC39-D4FBF99C35EB}" dt="2025-06-08T19:49:30.299" v="325"/>
          <ac:cxnSpMkLst>
            <pc:docMk/>
            <pc:sldMk cId="3878993208" sldId="330"/>
            <ac:cxnSpMk id="47" creationId="{88EFAC79-AE62-A8F5-22B0-A6F1E23D9F68}"/>
          </ac:cxnSpMkLst>
        </pc:cxnChg>
        <pc:cxnChg chg="mod">
          <ac:chgData name="trishya konchigeri" userId="9c56beafedcadfc1" providerId="LiveId" clId="{EBA218FA-FEC4-4CB7-AC39-D4FBF99C35EB}" dt="2025-06-08T19:49:30.299" v="325"/>
          <ac:cxnSpMkLst>
            <pc:docMk/>
            <pc:sldMk cId="3878993208" sldId="330"/>
            <ac:cxnSpMk id="48" creationId="{6EBA40A0-4296-EA7C-C4F4-1B99C23839F1}"/>
          </ac:cxnSpMkLst>
        </pc:cxnChg>
        <pc:cxnChg chg="mod">
          <ac:chgData name="trishya konchigeri" userId="9c56beafedcadfc1" providerId="LiveId" clId="{EBA218FA-FEC4-4CB7-AC39-D4FBF99C35EB}" dt="2025-06-08T19:49:30.299" v="325"/>
          <ac:cxnSpMkLst>
            <pc:docMk/>
            <pc:sldMk cId="3878993208" sldId="330"/>
            <ac:cxnSpMk id="49" creationId="{0EEF24CF-7558-39AD-CD62-038F07151E6D}"/>
          </ac:cxnSpMkLst>
        </pc:cxnChg>
      </pc:sldChg>
      <pc:sldChg chg="modSp add modAnim">
        <pc:chgData name="trishya konchigeri" userId="9c56beafedcadfc1" providerId="LiveId" clId="{EBA218FA-FEC4-4CB7-AC39-D4FBF99C35EB}" dt="2025-06-08T19:25:40.768" v="106" actId="1076"/>
        <pc:sldMkLst>
          <pc:docMk/>
          <pc:sldMk cId="1641955540" sldId="331"/>
        </pc:sldMkLst>
        <pc:spChg chg="mod">
          <ac:chgData name="trishya konchigeri" userId="9c56beafedcadfc1" providerId="LiveId" clId="{EBA218FA-FEC4-4CB7-AC39-D4FBF99C35EB}" dt="2025-06-08T19:25:40.768" v="106" actId="1076"/>
          <ac:spMkLst>
            <pc:docMk/>
            <pc:sldMk cId="1641955540" sldId="331"/>
            <ac:spMk id="5" creationId="{993517B8-11E8-B77C-B74E-CB18EFB08A43}"/>
          </ac:spMkLst>
        </pc:spChg>
      </pc:sldChg>
      <pc:sldChg chg="addSp modSp add mod">
        <pc:chgData name="trishya konchigeri" userId="9c56beafedcadfc1" providerId="LiveId" clId="{EBA218FA-FEC4-4CB7-AC39-D4FBF99C35EB}" dt="2025-06-08T19:26:43.004" v="108" actId="14100"/>
        <pc:sldMkLst>
          <pc:docMk/>
          <pc:sldMk cId="2641318167" sldId="332"/>
        </pc:sldMkLst>
        <pc:spChg chg="add mod">
          <ac:chgData name="trishya konchigeri" userId="9c56beafedcadfc1" providerId="LiveId" clId="{EBA218FA-FEC4-4CB7-AC39-D4FBF99C35EB}" dt="2025-06-08T19:26:43.004" v="108" actId="14100"/>
          <ac:spMkLst>
            <pc:docMk/>
            <pc:sldMk cId="2641318167" sldId="332"/>
            <ac:spMk id="4" creationId="{44DA4A12-F8F9-5A5B-AE81-5C67AE8FD0D6}"/>
          </ac:spMkLst>
        </pc:spChg>
      </pc:sldChg>
      <pc:sldChg chg="addSp delSp modSp add mod modAnim">
        <pc:chgData name="trishya konchigeri" userId="9c56beafedcadfc1" providerId="LiveId" clId="{EBA218FA-FEC4-4CB7-AC39-D4FBF99C35EB}" dt="2025-06-08T19:27:38.564" v="115" actId="478"/>
        <pc:sldMkLst>
          <pc:docMk/>
          <pc:sldMk cId="1778564564" sldId="333"/>
        </pc:sldMkLst>
        <pc:spChg chg="add mod">
          <ac:chgData name="trishya konchigeri" userId="9c56beafedcadfc1" providerId="LiveId" clId="{EBA218FA-FEC4-4CB7-AC39-D4FBF99C35EB}" dt="2025-06-08T19:27:04.898" v="110" actId="1076"/>
          <ac:spMkLst>
            <pc:docMk/>
            <pc:sldMk cId="1778564564" sldId="333"/>
            <ac:spMk id="4" creationId="{E9B7D998-024B-F141-9AA3-30A5B49F7A40}"/>
          </ac:spMkLst>
        </pc:spChg>
        <pc:spChg chg="del">
          <ac:chgData name="trishya konchigeri" userId="9c56beafedcadfc1" providerId="LiveId" clId="{EBA218FA-FEC4-4CB7-AC39-D4FBF99C35EB}" dt="2025-06-08T19:27:38.564" v="115" actId="478"/>
          <ac:spMkLst>
            <pc:docMk/>
            <pc:sldMk cId="1778564564" sldId="333"/>
            <ac:spMk id="5" creationId="{74B0487C-DF38-B8E1-B9F8-EA827006CA91}"/>
          </ac:spMkLst>
        </pc:spChg>
        <pc:graphicFrameChg chg="add mod modGraphic">
          <ac:chgData name="trishya konchigeri" userId="9c56beafedcadfc1" providerId="LiveId" clId="{EBA218FA-FEC4-4CB7-AC39-D4FBF99C35EB}" dt="2025-06-08T19:27:29.034" v="114" actId="14100"/>
          <ac:graphicFrameMkLst>
            <pc:docMk/>
            <pc:sldMk cId="1778564564" sldId="333"/>
            <ac:graphicFrameMk id="6" creationId="{75399FB7-1995-AB41-65B3-E21D0623921D}"/>
          </ac:graphicFrameMkLst>
        </pc:graphicFrameChg>
      </pc:sldChg>
      <pc:sldChg chg="addSp modSp add mod">
        <pc:chgData name="trishya konchigeri" userId="9c56beafedcadfc1" providerId="LiveId" clId="{EBA218FA-FEC4-4CB7-AC39-D4FBF99C35EB}" dt="2025-06-08T19:30:30.706" v="163" actId="1076"/>
        <pc:sldMkLst>
          <pc:docMk/>
          <pc:sldMk cId="186626732" sldId="334"/>
        </pc:sldMkLst>
        <pc:spChg chg="add mod">
          <ac:chgData name="trishya konchigeri" userId="9c56beafedcadfc1" providerId="LiveId" clId="{EBA218FA-FEC4-4CB7-AC39-D4FBF99C35EB}" dt="2025-06-08T19:29:02.565" v="157" actId="20577"/>
          <ac:spMkLst>
            <pc:docMk/>
            <pc:sldMk cId="186626732" sldId="334"/>
            <ac:spMk id="4" creationId="{9ED3A9A2-3A59-E62C-5B5B-527718BF25C0}"/>
          </ac:spMkLst>
        </pc:spChg>
        <pc:graphicFrameChg chg="add mod">
          <ac:chgData name="trishya konchigeri" userId="9c56beafedcadfc1" providerId="LiveId" clId="{EBA218FA-FEC4-4CB7-AC39-D4FBF99C35EB}" dt="2025-06-08T19:30:00.199" v="161" actId="1076"/>
          <ac:graphicFrameMkLst>
            <pc:docMk/>
            <pc:sldMk cId="186626732" sldId="334"/>
            <ac:graphicFrameMk id="6" creationId="{177B1D5E-32C2-B41A-6140-96031A7F8E9F}"/>
          </ac:graphicFrameMkLst>
        </pc:graphicFrameChg>
        <pc:cxnChg chg="add mod">
          <ac:chgData name="trishya konchigeri" userId="9c56beafedcadfc1" providerId="LiveId" clId="{EBA218FA-FEC4-4CB7-AC39-D4FBF99C35EB}" dt="2025-06-08T19:30:30.706" v="163" actId="1076"/>
          <ac:cxnSpMkLst>
            <pc:docMk/>
            <pc:sldMk cId="186626732" sldId="334"/>
            <ac:cxnSpMk id="7" creationId="{F06FA94D-FB72-4C34-A742-203D7DECE371}"/>
          </ac:cxnSpMkLst>
        </pc:cxnChg>
      </pc:sldChg>
      <pc:sldChg chg="addSp delSp modSp add mod">
        <pc:chgData name="trishya konchigeri" userId="9c56beafedcadfc1" providerId="LiveId" clId="{EBA218FA-FEC4-4CB7-AC39-D4FBF99C35EB}" dt="2025-06-08T20:15:19.287" v="554" actId="14100"/>
        <pc:sldMkLst>
          <pc:docMk/>
          <pc:sldMk cId="4213405407" sldId="335"/>
        </pc:sldMkLst>
        <pc:graphicFrameChg chg="add del mod modGraphic">
          <ac:chgData name="trishya konchigeri" userId="9c56beafedcadfc1" providerId="LiveId" clId="{EBA218FA-FEC4-4CB7-AC39-D4FBF99C35EB}" dt="2025-06-08T19:30:50.857" v="164" actId="478"/>
          <ac:graphicFrameMkLst>
            <pc:docMk/>
            <pc:sldMk cId="4213405407" sldId="335"/>
            <ac:graphicFrameMk id="2" creationId="{04841C67-4AF2-8630-E622-DEB25954976D}"/>
          </ac:graphicFrameMkLst>
        </pc:graphicFrameChg>
        <pc:graphicFrameChg chg="add mod">
          <ac:chgData name="trishya konchigeri" userId="9c56beafedcadfc1" providerId="LiveId" clId="{EBA218FA-FEC4-4CB7-AC39-D4FBF99C35EB}" dt="2025-06-08T19:50:48.165" v="328"/>
          <ac:graphicFrameMkLst>
            <pc:docMk/>
            <pc:sldMk cId="4213405407" sldId="335"/>
            <ac:graphicFrameMk id="10" creationId="{8C3064A1-0FBE-D74F-88E6-74C7ACCB2262}"/>
          </ac:graphicFrameMkLst>
        </pc:graphicFrameChg>
        <pc:graphicFrameChg chg="add mod modGraphic">
          <ac:chgData name="trishya konchigeri" userId="9c56beafedcadfc1" providerId="LiveId" clId="{EBA218FA-FEC4-4CB7-AC39-D4FBF99C35EB}" dt="2025-06-08T20:15:19.287" v="554" actId="14100"/>
          <ac:graphicFrameMkLst>
            <pc:docMk/>
            <pc:sldMk cId="4213405407" sldId="335"/>
            <ac:graphicFrameMk id="11" creationId="{E24F90CE-9589-0708-7229-526A8DAA4AC2}"/>
          </ac:graphicFrameMkLst>
        </pc:graphicFrameChg>
        <pc:cxnChg chg="add del mod">
          <ac:chgData name="trishya konchigeri" userId="9c56beafedcadfc1" providerId="LiveId" clId="{EBA218FA-FEC4-4CB7-AC39-D4FBF99C35EB}" dt="2025-06-08T19:31:01.922" v="173" actId="478"/>
          <ac:cxnSpMkLst>
            <pc:docMk/>
            <pc:sldMk cId="4213405407" sldId="335"/>
            <ac:cxnSpMk id="4" creationId="{026670AD-CE4C-045D-E055-D335DFB3853C}"/>
          </ac:cxnSpMkLst>
        </pc:cxnChg>
        <pc:cxnChg chg="add del mod">
          <ac:chgData name="trishya konchigeri" userId="9c56beafedcadfc1" providerId="LiveId" clId="{EBA218FA-FEC4-4CB7-AC39-D4FBF99C35EB}" dt="2025-06-08T19:31:04.304" v="174" actId="478"/>
          <ac:cxnSpMkLst>
            <pc:docMk/>
            <pc:sldMk cId="4213405407" sldId="335"/>
            <ac:cxnSpMk id="6" creationId="{51715E5E-8379-D235-A0A3-E8A6307ECE84}"/>
          </ac:cxnSpMkLst>
        </pc:cxnChg>
        <pc:cxnChg chg="add del mod">
          <ac:chgData name="trishya konchigeri" userId="9c56beafedcadfc1" providerId="LiveId" clId="{EBA218FA-FEC4-4CB7-AC39-D4FBF99C35EB}" dt="2025-06-08T19:30:57.915" v="171" actId="478"/>
          <ac:cxnSpMkLst>
            <pc:docMk/>
            <pc:sldMk cId="4213405407" sldId="335"/>
            <ac:cxnSpMk id="7" creationId="{3284C5FE-AD35-C97F-30F1-E54365FD8E27}"/>
          </ac:cxnSpMkLst>
        </pc:cxnChg>
        <pc:cxnChg chg="add del mod">
          <ac:chgData name="trishya konchigeri" userId="9c56beafedcadfc1" providerId="LiveId" clId="{EBA218FA-FEC4-4CB7-AC39-D4FBF99C35EB}" dt="2025-06-08T19:30:59.970" v="172" actId="478"/>
          <ac:cxnSpMkLst>
            <pc:docMk/>
            <pc:sldMk cId="4213405407" sldId="335"/>
            <ac:cxnSpMk id="8" creationId="{3FFB0FF6-7783-EC87-4B23-247443030B81}"/>
          </ac:cxnSpMkLst>
        </pc:cxnChg>
        <pc:cxnChg chg="add del mod">
          <ac:chgData name="trishya konchigeri" userId="9c56beafedcadfc1" providerId="LiveId" clId="{EBA218FA-FEC4-4CB7-AC39-D4FBF99C35EB}" dt="2025-06-08T19:30:54.617" v="170" actId="478"/>
          <ac:cxnSpMkLst>
            <pc:docMk/>
            <pc:sldMk cId="4213405407" sldId="335"/>
            <ac:cxnSpMk id="9" creationId="{28E84E37-F257-5F40-3A36-5194272A96D4}"/>
          </ac:cxnSpMkLst>
        </pc:cxnChg>
      </pc:sldChg>
      <pc:sldChg chg="addSp delSp modSp add mod modAnim">
        <pc:chgData name="trishya konchigeri" userId="9c56beafedcadfc1" providerId="LiveId" clId="{EBA218FA-FEC4-4CB7-AC39-D4FBF99C35EB}" dt="2025-06-08T20:08:42.461" v="524" actId="1076"/>
        <pc:sldMkLst>
          <pc:docMk/>
          <pc:sldMk cId="285527118" sldId="336"/>
        </pc:sldMkLst>
        <pc:spChg chg="add del mod">
          <ac:chgData name="trishya konchigeri" userId="9c56beafedcadfc1" providerId="LiveId" clId="{EBA218FA-FEC4-4CB7-AC39-D4FBF99C35EB}" dt="2025-06-08T20:05:00.686" v="497"/>
          <ac:spMkLst>
            <pc:docMk/>
            <pc:sldMk cId="285527118" sldId="336"/>
            <ac:spMk id="4" creationId="{77FB687E-28AE-818E-B640-8041C40CC649}"/>
          </ac:spMkLst>
        </pc:spChg>
        <pc:spChg chg="del">
          <ac:chgData name="trishya konchigeri" userId="9c56beafedcadfc1" providerId="LiveId" clId="{EBA218FA-FEC4-4CB7-AC39-D4FBF99C35EB}" dt="2025-06-08T20:05:00.683" v="495" actId="478"/>
          <ac:spMkLst>
            <pc:docMk/>
            <pc:sldMk cId="285527118" sldId="336"/>
            <ac:spMk id="5" creationId="{DB06DF83-8972-7339-9196-1FC31780A1A3}"/>
          </ac:spMkLst>
        </pc:spChg>
        <pc:spChg chg="add del mod">
          <ac:chgData name="trishya konchigeri" userId="9c56beafedcadfc1" providerId="LiveId" clId="{EBA218FA-FEC4-4CB7-AC39-D4FBF99C35EB}" dt="2025-06-08T20:06:09.679" v="505" actId="478"/>
          <ac:spMkLst>
            <pc:docMk/>
            <pc:sldMk cId="285527118" sldId="336"/>
            <ac:spMk id="23" creationId="{C4F35F8B-476D-747E-59DB-A2A0EF626350}"/>
          </ac:spMkLst>
        </pc:spChg>
        <pc:spChg chg="add mod">
          <ac:chgData name="trishya konchigeri" userId="9c56beafedcadfc1" providerId="LiveId" clId="{EBA218FA-FEC4-4CB7-AC39-D4FBF99C35EB}" dt="2025-06-08T20:08:03.825" v="520" actId="1076"/>
          <ac:spMkLst>
            <pc:docMk/>
            <pc:sldMk cId="285527118" sldId="336"/>
            <ac:spMk id="24" creationId="{2D6E6C88-12BC-9BF5-F6DA-E957F6D94A89}"/>
          </ac:spMkLst>
        </pc:spChg>
        <pc:spChg chg="mod">
          <ac:chgData name="trishya konchigeri" userId="9c56beafedcadfc1" providerId="LiveId" clId="{EBA218FA-FEC4-4CB7-AC39-D4FBF99C35EB}" dt="2025-06-08T20:02:32.632" v="430" actId="1076"/>
          <ac:spMkLst>
            <pc:docMk/>
            <pc:sldMk cId="285527118" sldId="336"/>
            <ac:spMk id="1048622" creationId="{94523377-65F7-14C3-AFEE-E8CBE7B9191D}"/>
          </ac:spMkLst>
        </pc:spChg>
        <pc:grpChg chg="mod">
          <ac:chgData name="trishya konchigeri" userId="9c56beafedcadfc1" providerId="LiveId" clId="{EBA218FA-FEC4-4CB7-AC39-D4FBF99C35EB}" dt="2025-06-08T20:02:33.001" v="431" actId="1076"/>
          <ac:grpSpMkLst>
            <pc:docMk/>
            <pc:sldMk cId="285527118" sldId="336"/>
            <ac:grpSpMk id="91" creationId="{BA14B56D-545E-B520-B42D-BB68758FF52A}"/>
          </ac:grpSpMkLst>
        </pc:grpChg>
        <pc:graphicFrameChg chg="add del mod modGraphic">
          <ac:chgData name="trishya konchigeri" userId="9c56beafedcadfc1" providerId="LiveId" clId="{EBA218FA-FEC4-4CB7-AC39-D4FBF99C35EB}" dt="2025-06-08T20:02:48.362" v="435" actId="478"/>
          <ac:graphicFrameMkLst>
            <pc:docMk/>
            <pc:sldMk cId="285527118" sldId="336"/>
            <ac:graphicFrameMk id="6" creationId="{DC676D3B-EC2C-3544-92CE-160BB1BE4516}"/>
          </ac:graphicFrameMkLst>
        </pc:graphicFrameChg>
        <pc:graphicFrameChg chg="add del mod modGraphic">
          <ac:chgData name="trishya konchigeri" userId="9c56beafedcadfc1" providerId="LiveId" clId="{EBA218FA-FEC4-4CB7-AC39-D4FBF99C35EB}" dt="2025-06-08T20:02:40.194" v="433" actId="478"/>
          <ac:graphicFrameMkLst>
            <pc:docMk/>
            <pc:sldMk cId="285527118" sldId="336"/>
            <ac:graphicFrameMk id="7" creationId="{5A566C3A-B436-7F30-3534-99417D9BD2DF}"/>
          </ac:graphicFrameMkLst>
        </pc:graphicFrameChg>
        <pc:graphicFrameChg chg="add del mod modGraphic">
          <ac:chgData name="trishya konchigeri" userId="9c56beafedcadfc1" providerId="LiveId" clId="{EBA218FA-FEC4-4CB7-AC39-D4FBF99C35EB}" dt="2025-06-08T20:05:04.136" v="498" actId="478"/>
          <ac:graphicFrameMkLst>
            <pc:docMk/>
            <pc:sldMk cId="285527118" sldId="336"/>
            <ac:graphicFrameMk id="12" creationId="{40678B53-B001-56FC-07A7-8E62AF4347A4}"/>
          </ac:graphicFrameMkLst>
        </pc:graphicFrameChg>
        <pc:graphicFrameChg chg="add del mod modGraphic">
          <ac:chgData name="trishya konchigeri" userId="9c56beafedcadfc1" providerId="LiveId" clId="{EBA218FA-FEC4-4CB7-AC39-D4FBF99C35EB}" dt="2025-06-08T20:05:06.676" v="499" actId="478"/>
          <ac:graphicFrameMkLst>
            <pc:docMk/>
            <pc:sldMk cId="285527118" sldId="336"/>
            <ac:graphicFrameMk id="13" creationId="{BF790D4C-A5D5-37BC-6033-084B9FD23FFF}"/>
          </ac:graphicFrameMkLst>
        </pc:graphicFrameChg>
        <pc:graphicFrameChg chg="add del mod">
          <ac:chgData name="trishya konchigeri" userId="9c56beafedcadfc1" providerId="LiveId" clId="{EBA218FA-FEC4-4CB7-AC39-D4FBF99C35EB}" dt="2025-06-08T20:07:14.467" v="515" actId="478"/>
          <ac:graphicFrameMkLst>
            <pc:docMk/>
            <pc:sldMk cId="285527118" sldId="336"/>
            <ac:graphicFrameMk id="25" creationId="{06C9CB18-DB2D-A3AF-49D1-A42B3F078B97}"/>
          </ac:graphicFrameMkLst>
        </pc:graphicFrameChg>
        <pc:graphicFrameChg chg="add del mod">
          <ac:chgData name="trishya konchigeri" userId="9c56beafedcadfc1" providerId="LiveId" clId="{EBA218FA-FEC4-4CB7-AC39-D4FBF99C35EB}" dt="2025-06-08T20:07:01.193" v="509" actId="478"/>
          <ac:graphicFrameMkLst>
            <pc:docMk/>
            <pc:sldMk cId="285527118" sldId="336"/>
            <ac:graphicFrameMk id="26" creationId="{A7EECC53-37D2-257F-2934-597B09413AF9}"/>
          </ac:graphicFrameMkLst>
        </pc:graphicFrameChg>
        <pc:graphicFrameChg chg="add mod">
          <ac:chgData name="trishya konchigeri" userId="9c56beafedcadfc1" providerId="LiveId" clId="{EBA218FA-FEC4-4CB7-AC39-D4FBF99C35EB}" dt="2025-06-08T20:06:58.869" v="508" actId="1076"/>
          <ac:graphicFrameMkLst>
            <pc:docMk/>
            <pc:sldMk cId="285527118" sldId="336"/>
            <ac:graphicFrameMk id="32" creationId="{03F858DF-1CFC-A1AC-DE3A-14DC645873AC}"/>
          </ac:graphicFrameMkLst>
        </pc:graphicFrameChg>
        <pc:graphicFrameChg chg="add mod">
          <ac:chgData name="trishya konchigeri" userId="9c56beafedcadfc1" providerId="LiveId" clId="{EBA218FA-FEC4-4CB7-AC39-D4FBF99C35EB}" dt="2025-06-08T20:06:58.869" v="508" actId="1076"/>
          <ac:graphicFrameMkLst>
            <pc:docMk/>
            <pc:sldMk cId="285527118" sldId="336"/>
            <ac:graphicFrameMk id="33" creationId="{444D31B6-581B-2221-112C-C1102933D865}"/>
          </ac:graphicFrameMkLst>
        </pc:graphicFrameChg>
        <pc:cxnChg chg="add del mod">
          <ac:chgData name="trishya konchigeri" userId="9c56beafedcadfc1" providerId="LiveId" clId="{EBA218FA-FEC4-4CB7-AC39-D4FBF99C35EB}" dt="2025-06-08T20:02:42.317" v="434" actId="478"/>
          <ac:cxnSpMkLst>
            <pc:docMk/>
            <pc:sldMk cId="285527118" sldId="336"/>
            <ac:cxnSpMk id="8" creationId="{26151B9F-77F4-AE32-C5E2-C8531E71809F}"/>
          </ac:cxnSpMkLst>
        </pc:cxnChg>
        <pc:cxnChg chg="add del mod">
          <ac:chgData name="trishya konchigeri" userId="9c56beafedcadfc1" providerId="LiveId" clId="{EBA218FA-FEC4-4CB7-AC39-D4FBF99C35EB}" dt="2025-06-08T20:02:48.362" v="435" actId="478"/>
          <ac:cxnSpMkLst>
            <pc:docMk/>
            <pc:sldMk cId="285527118" sldId="336"/>
            <ac:cxnSpMk id="9" creationId="{90A427E8-0E00-B2DF-D956-527E72C5C77A}"/>
          </ac:cxnSpMkLst>
        </pc:cxnChg>
        <pc:cxnChg chg="add del mod">
          <ac:chgData name="trishya konchigeri" userId="9c56beafedcadfc1" providerId="LiveId" clId="{EBA218FA-FEC4-4CB7-AC39-D4FBF99C35EB}" dt="2025-06-08T20:02:48.362" v="435" actId="478"/>
          <ac:cxnSpMkLst>
            <pc:docMk/>
            <pc:sldMk cId="285527118" sldId="336"/>
            <ac:cxnSpMk id="10" creationId="{31F7EAE4-22C3-C55F-FE34-4782E66576E2}"/>
          </ac:cxnSpMkLst>
        </pc:cxnChg>
        <pc:cxnChg chg="add del mod">
          <ac:chgData name="trishya konchigeri" userId="9c56beafedcadfc1" providerId="LiveId" clId="{EBA218FA-FEC4-4CB7-AC39-D4FBF99C35EB}" dt="2025-06-08T20:02:48.362" v="435" actId="478"/>
          <ac:cxnSpMkLst>
            <pc:docMk/>
            <pc:sldMk cId="285527118" sldId="336"/>
            <ac:cxnSpMk id="11" creationId="{9C8DBB14-1B1B-2001-D185-33F96DE3FEE7}"/>
          </ac:cxnSpMkLst>
        </pc:cxnChg>
        <pc:cxnChg chg="add del mod">
          <ac:chgData name="trishya konchigeri" userId="9c56beafedcadfc1" providerId="LiveId" clId="{EBA218FA-FEC4-4CB7-AC39-D4FBF99C35EB}" dt="2025-06-08T20:05:06.676" v="499" actId="478"/>
          <ac:cxnSpMkLst>
            <pc:docMk/>
            <pc:sldMk cId="285527118" sldId="336"/>
            <ac:cxnSpMk id="14" creationId="{F720C62F-1C6C-D185-6893-597AC54BE025}"/>
          </ac:cxnSpMkLst>
        </pc:cxnChg>
        <pc:cxnChg chg="add del mod">
          <ac:chgData name="trishya konchigeri" userId="9c56beafedcadfc1" providerId="LiveId" clId="{EBA218FA-FEC4-4CB7-AC39-D4FBF99C35EB}" dt="2025-06-08T20:05:06.676" v="499" actId="478"/>
          <ac:cxnSpMkLst>
            <pc:docMk/>
            <pc:sldMk cId="285527118" sldId="336"/>
            <ac:cxnSpMk id="15" creationId="{BE232ADA-C055-F24A-EBBA-41729E0717DC}"/>
          </ac:cxnSpMkLst>
        </pc:cxnChg>
        <pc:cxnChg chg="add del mod">
          <ac:chgData name="trishya konchigeri" userId="9c56beafedcadfc1" providerId="LiveId" clId="{EBA218FA-FEC4-4CB7-AC39-D4FBF99C35EB}" dt="2025-06-08T20:05:06.676" v="499" actId="478"/>
          <ac:cxnSpMkLst>
            <pc:docMk/>
            <pc:sldMk cId="285527118" sldId="336"/>
            <ac:cxnSpMk id="16" creationId="{D04A909F-C6F7-DD4F-EA09-08D7DFA2153C}"/>
          </ac:cxnSpMkLst>
        </pc:cxnChg>
        <pc:cxnChg chg="add del mod">
          <ac:chgData name="trishya konchigeri" userId="9c56beafedcadfc1" providerId="LiveId" clId="{EBA218FA-FEC4-4CB7-AC39-D4FBF99C35EB}" dt="2025-06-08T20:05:06.676" v="499" actId="478"/>
          <ac:cxnSpMkLst>
            <pc:docMk/>
            <pc:sldMk cId="285527118" sldId="336"/>
            <ac:cxnSpMk id="17" creationId="{758FD9D7-7A52-84B1-3C56-D52DB79CA992}"/>
          </ac:cxnSpMkLst>
        </pc:cxnChg>
        <pc:cxnChg chg="add del mod">
          <ac:chgData name="trishya konchigeri" userId="9c56beafedcadfc1" providerId="LiveId" clId="{EBA218FA-FEC4-4CB7-AC39-D4FBF99C35EB}" dt="2025-06-08T20:07:12.397" v="514" actId="478"/>
          <ac:cxnSpMkLst>
            <pc:docMk/>
            <pc:sldMk cId="285527118" sldId="336"/>
            <ac:cxnSpMk id="27" creationId="{6A1F7706-74C1-1974-A10D-AC5F8CA4CE78}"/>
          </ac:cxnSpMkLst>
        </pc:cxnChg>
        <pc:cxnChg chg="add del mod">
          <ac:chgData name="trishya konchigeri" userId="9c56beafedcadfc1" providerId="LiveId" clId="{EBA218FA-FEC4-4CB7-AC39-D4FBF99C35EB}" dt="2025-06-08T20:07:03.006" v="510" actId="478"/>
          <ac:cxnSpMkLst>
            <pc:docMk/>
            <pc:sldMk cId="285527118" sldId="336"/>
            <ac:cxnSpMk id="28" creationId="{EFC9E5C2-E91A-954B-E967-8AB3F1A4E607}"/>
          </ac:cxnSpMkLst>
        </pc:cxnChg>
        <pc:cxnChg chg="add del mod">
          <ac:chgData name="trishya konchigeri" userId="9c56beafedcadfc1" providerId="LiveId" clId="{EBA218FA-FEC4-4CB7-AC39-D4FBF99C35EB}" dt="2025-06-08T20:07:10.581" v="513" actId="478"/>
          <ac:cxnSpMkLst>
            <pc:docMk/>
            <pc:sldMk cId="285527118" sldId="336"/>
            <ac:cxnSpMk id="29" creationId="{19B3855C-00F8-56CB-87CD-1225FC6FA607}"/>
          </ac:cxnSpMkLst>
        </pc:cxnChg>
        <pc:cxnChg chg="add del mod">
          <ac:chgData name="trishya konchigeri" userId="9c56beafedcadfc1" providerId="LiveId" clId="{EBA218FA-FEC4-4CB7-AC39-D4FBF99C35EB}" dt="2025-06-08T20:07:06.735" v="511" actId="478"/>
          <ac:cxnSpMkLst>
            <pc:docMk/>
            <pc:sldMk cId="285527118" sldId="336"/>
            <ac:cxnSpMk id="30" creationId="{B373E5CA-9B83-A0C0-1DC2-78C3588AC77E}"/>
          </ac:cxnSpMkLst>
        </pc:cxnChg>
        <pc:cxnChg chg="add del mod">
          <ac:chgData name="trishya konchigeri" userId="9c56beafedcadfc1" providerId="LiveId" clId="{EBA218FA-FEC4-4CB7-AC39-D4FBF99C35EB}" dt="2025-06-08T20:07:08.628" v="512" actId="478"/>
          <ac:cxnSpMkLst>
            <pc:docMk/>
            <pc:sldMk cId="285527118" sldId="336"/>
            <ac:cxnSpMk id="31" creationId="{471566FC-C6F7-8DD0-29C0-C1A2B73E793F}"/>
          </ac:cxnSpMkLst>
        </pc:cxnChg>
        <pc:cxnChg chg="add mod">
          <ac:chgData name="trishya konchigeri" userId="9c56beafedcadfc1" providerId="LiveId" clId="{EBA218FA-FEC4-4CB7-AC39-D4FBF99C35EB}" dt="2025-06-08T20:06:58.869" v="508" actId="1076"/>
          <ac:cxnSpMkLst>
            <pc:docMk/>
            <pc:sldMk cId="285527118" sldId="336"/>
            <ac:cxnSpMk id="34" creationId="{BFA1C34B-536F-020A-A3BD-759ACFAB59BB}"/>
          </ac:cxnSpMkLst>
        </pc:cxnChg>
        <pc:cxnChg chg="add mod">
          <ac:chgData name="trishya konchigeri" userId="9c56beafedcadfc1" providerId="LiveId" clId="{EBA218FA-FEC4-4CB7-AC39-D4FBF99C35EB}" dt="2025-06-08T20:06:58.869" v="508" actId="1076"/>
          <ac:cxnSpMkLst>
            <pc:docMk/>
            <pc:sldMk cId="285527118" sldId="336"/>
            <ac:cxnSpMk id="35" creationId="{7EC0D116-82BF-482E-722D-96F7AF9C86B9}"/>
          </ac:cxnSpMkLst>
        </pc:cxnChg>
        <pc:cxnChg chg="add mod">
          <ac:chgData name="trishya konchigeri" userId="9c56beafedcadfc1" providerId="LiveId" clId="{EBA218FA-FEC4-4CB7-AC39-D4FBF99C35EB}" dt="2025-06-08T20:06:58.869" v="508" actId="1076"/>
          <ac:cxnSpMkLst>
            <pc:docMk/>
            <pc:sldMk cId="285527118" sldId="336"/>
            <ac:cxnSpMk id="36" creationId="{781AD956-A735-1410-B89A-01E48384C8D7}"/>
          </ac:cxnSpMkLst>
        </pc:cxnChg>
        <pc:cxnChg chg="add mod">
          <ac:chgData name="trishya konchigeri" userId="9c56beafedcadfc1" providerId="LiveId" clId="{EBA218FA-FEC4-4CB7-AC39-D4FBF99C35EB}" dt="2025-06-08T20:06:58.869" v="508" actId="1076"/>
          <ac:cxnSpMkLst>
            <pc:docMk/>
            <pc:sldMk cId="285527118" sldId="336"/>
            <ac:cxnSpMk id="37" creationId="{76724FF4-4E16-A922-80C0-B07441F15E6A}"/>
          </ac:cxnSpMkLst>
        </pc:cxnChg>
        <pc:cxnChg chg="add mod">
          <ac:chgData name="trishya konchigeri" userId="9c56beafedcadfc1" providerId="LiveId" clId="{EBA218FA-FEC4-4CB7-AC39-D4FBF99C35EB}" dt="2025-06-08T20:06:58.869" v="508" actId="1076"/>
          <ac:cxnSpMkLst>
            <pc:docMk/>
            <pc:sldMk cId="285527118" sldId="336"/>
            <ac:cxnSpMk id="38" creationId="{8CDAF15F-830A-5C79-BB65-4D04C12D9BDC}"/>
          </ac:cxnSpMkLst>
        </pc:cxnChg>
        <pc:cxnChg chg="add mod">
          <ac:chgData name="trishya konchigeri" userId="9c56beafedcadfc1" providerId="LiveId" clId="{EBA218FA-FEC4-4CB7-AC39-D4FBF99C35EB}" dt="2025-06-08T20:07:41.165" v="517" actId="1076"/>
          <ac:cxnSpMkLst>
            <pc:docMk/>
            <pc:sldMk cId="285527118" sldId="336"/>
            <ac:cxnSpMk id="39" creationId="{9523C9CE-0ECC-B73C-5B06-F2F5FC55A6EC}"/>
          </ac:cxnSpMkLst>
        </pc:cxnChg>
        <pc:cxnChg chg="add mod">
          <ac:chgData name="trishya konchigeri" userId="9c56beafedcadfc1" providerId="LiveId" clId="{EBA218FA-FEC4-4CB7-AC39-D4FBF99C35EB}" dt="2025-06-08T20:08:03.825" v="520" actId="1076"/>
          <ac:cxnSpMkLst>
            <pc:docMk/>
            <pc:sldMk cId="285527118" sldId="336"/>
            <ac:cxnSpMk id="40" creationId="{8791CEA0-F466-CBC7-B871-CEE1EB4EF27A}"/>
          </ac:cxnSpMkLst>
        </pc:cxnChg>
        <pc:cxnChg chg="add mod">
          <ac:chgData name="trishya konchigeri" userId="9c56beafedcadfc1" providerId="LiveId" clId="{EBA218FA-FEC4-4CB7-AC39-D4FBF99C35EB}" dt="2025-06-08T20:08:03.825" v="520" actId="1076"/>
          <ac:cxnSpMkLst>
            <pc:docMk/>
            <pc:sldMk cId="285527118" sldId="336"/>
            <ac:cxnSpMk id="41" creationId="{B5B67B40-2C7D-9417-02D0-73779B4BFD04}"/>
          </ac:cxnSpMkLst>
        </pc:cxnChg>
        <pc:cxnChg chg="add mod">
          <ac:chgData name="trishya konchigeri" userId="9c56beafedcadfc1" providerId="LiveId" clId="{EBA218FA-FEC4-4CB7-AC39-D4FBF99C35EB}" dt="2025-06-08T20:08:42.461" v="524" actId="1076"/>
          <ac:cxnSpMkLst>
            <pc:docMk/>
            <pc:sldMk cId="285527118" sldId="336"/>
            <ac:cxnSpMk id="42" creationId="{17C3D856-2A3F-1DDC-8508-D985060BDE41}"/>
          </ac:cxnSpMkLst>
        </pc:cxnChg>
        <pc:cxnChg chg="add mod">
          <ac:chgData name="trishya konchigeri" userId="9c56beafedcadfc1" providerId="LiveId" clId="{EBA218FA-FEC4-4CB7-AC39-D4FBF99C35EB}" dt="2025-06-08T20:08:36.610" v="523" actId="1076"/>
          <ac:cxnSpMkLst>
            <pc:docMk/>
            <pc:sldMk cId="285527118" sldId="336"/>
            <ac:cxnSpMk id="43" creationId="{4E9C7BBA-E743-C7E5-FD88-ACAB966EF6A4}"/>
          </ac:cxnSpMkLst>
        </pc:cxnChg>
      </pc:sldChg>
      <pc:sldChg chg="addSp delSp modSp add mod modAnim">
        <pc:chgData name="trishya konchigeri" userId="9c56beafedcadfc1" providerId="LiveId" clId="{EBA218FA-FEC4-4CB7-AC39-D4FBF99C35EB}" dt="2025-06-08T20:00:16.210" v="386" actId="255"/>
        <pc:sldMkLst>
          <pc:docMk/>
          <pc:sldMk cId="3851394821" sldId="337"/>
        </pc:sldMkLst>
        <pc:spChg chg="del mod">
          <ac:chgData name="trishya konchigeri" userId="9c56beafedcadfc1" providerId="LiveId" clId="{EBA218FA-FEC4-4CB7-AC39-D4FBF99C35EB}" dt="2025-06-08T19:34:12.134" v="215" actId="478"/>
          <ac:spMkLst>
            <pc:docMk/>
            <pc:sldMk cId="3851394821" sldId="337"/>
            <ac:spMk id="5" creationId="{25AC8D58-630B-0886-9538-C8DFCD539AF0}"/>
          </ac:spMkLst>
        </pc:spChg>
        <pc:graphicFrameChg chg="add del mod modGraphic">
          <ac:chgData name="trishya konchigeri" userId="9c56beafedcadfc1" providerId="LiveId" clId="{EBA218FA-FEC4-4CB7-AC39-D4FBF99C35EB}" dt="2025-06-08T19:52:21.885" v="338" actId="478"/>
          <ac:graphicFrameMkLst>
            <pc:docMk/>
            <pc:sldMk cId="3851394821" sldId="337"/>
            <ac:graphicFrameMk id="2" creationId="{A2D940D7-45BB-97D9-FB03-60845E1794DE}"/>
          </ac:graphicFrameMkLst>
        </pc:graphicFrameChg>
        <pc:graphicFrameChg chg="add del mod modGraphic">
          <ac:chgData name="trishya konchigeri" userId="9c56beafedcadfc1" providerId="LiveId" clId="{EBA218FA-FEC4-4CB7-AC39-D4FBF99C35EB}" dt="2025-06-08T19:59:16.923" v="381" actId="478"/>
          <ac:graphicFrameMkLst>
            <pc:docMk/>
            <pc:sldMk cId="3851394821" sldId="337"/>
            <ac:graphicFrameMk id="4" creationId="{DC5E94CE-C3AC-6765-A014-45BA936EE7AB}"/>
          </ac:graphicFrameMkLst>
        </pc:graphicFrameChg>
        <pc:graphicFrameChg chg="add">
          <ac:chgData name="trishya konchigeri" userId="9c56beafedcadfc1" providerId="LiveId" clId="{EBA218FA-FEC4-4CB7-AC39-D4FBF99C35EB}" dt="2025-06-08T19:59:39.296" v="382"/>
          <ac:graphicFrameMkLst>
            <pc:docMk/>
            <pc:sldMk cId="3851394821" sldId="337"/>
            <ac:graphicFrameMk id="6" creationId="{86B2FB4D-AC04-266F-1A64-7BD54E70EF19}"/>
          </ac:graphicFrameMkLst>
        </pc:graphicFrameChg>
        <pc:graphicFrameChg chg="add mod modGraphic">
          <ac:chgData name="trishya konchigeri" userId="9c56beafedcadfc1" providerId="LiveId" clId="{EBA218FA-FEC4-4CB7-AC39-D4FBF99C35EB}" dt="2025-06-08T20:00:16.210" v="386" actId="255"/>
          <ac:graphicFrameMkLst>
            <pc:docMk/>
            <pc:sldMk cId="3851394821" sldId="337"/>
            <ac:graphicFrameMk id="7" creationId="{3BAE986A-F7C4-49BF-FED9-46BC70032CE4}"/>
          </ac:graphicFrameMkLst>
        </pc:graphicFrameChg>
      </pc:sldChg>
      <pc:sldChg chg="addSp modSp add mod">
        <pc:chgData name="trishya konchigeri" userId="9c56beafedcadfc1" providerId="LiveId" clId="{EBA218FA-FEC4-4CB7-AC39-D4FBF99C35EB}" dt="2025-06-08T19:37:50.315" v="240" actId="14100"/>
        <pc:sldMkLst>
          <pc:docMk/>
          <pc:sldMk cId="2062339761" sldId="338"/>
        </pc:sldMkLst>
        <pc:spChg chg="add mod">
          <ac:chgData name="trishya konchigeri" userId="9c56beafedcadfc1" providerId="LiveId" clId="{EBA218FA-FEC4-4CB7-AC39-D4FBF99C35EB}" dt="2025-06-08T19:37:50.315" v="240" actId="14100"/>
          <ac:spMkLst>
            <pc:docMk/>
            <pc:sldMk cId="2062339761" sldId="338"/>
            <ac:spMk id="4" creationId="{C1B48E4F-7EF4-13F6-3A11-9AD0F6486150}"/>
          </ac:spMkLst>
        </pc:spChg>
      </pc:sldChg>
      <pc:sldChg chg="addSp modSp add mod">
        <pc:chgData name="trishya konchigeri" userId="9c56beafedcadfc1" providerId="LiveId" clId="{EBA218FA-FEC4-4CB7-AC39-D4FBF99C35EB}" dt="2025-06-08T19:39:04.526" v="249" actId="1076"/>
        <pc:sldMkLst>
          <pc:docMk/>
          <pc:sldMk cId="29789332" sldId="339"/>
        </pc:sldMkLst>
        <pc:graphicFrameChg chg="add mod modGraphic">
          <ac:chgData name="trishya konchigeri" userId="9c56beafedcadfc1" providerId="LiveId" clId="{EBA218FA-FEC4-4CB7-AC39-D4FBF99C35EB}" dt="2025-06-08T19:39:04.526" v="249" actId="1076"/>
          <ac:graphicFrameMkLst>
            <pc:docMk/>
            <pc:sldMk cId="29789332" sldId="339"/>
            <ac:graphicFrameMk id="2" creationId="{50F70771-C0DC-0857-0383-6C0E7CD7CB12}"/>
          </ac:graphicFrameMkLst>
        </pc:graphicFrameChg>
      </pc:sldChg>
      <pc:sldChg chg="addSp add mod">
        <pc:chgData name="trishya konchigeri" userId="9c56beafedcadfc1" providerId="LiveId" clId="{EBA218FA-FEC4-4CB7-AC39-D4FBF99C35EB}" dt="2025-06-08T19:39:24.865" v="250" actId="22"/>
        <pc:sldMkLst>
          <pc:docMk/>
          <pc:sldMk cId="1145893667" sldId="340"/>
        </pc:sldMkLst>
        <pc:spChg chg="add">
          <ac:chgData name="trishya konchigeri" userId="9c56beafedcadfc1" providerId="LiveId" clId="{EBA218FA-FEC4-4CB7-AC39-D4FBF99C35EB}" dt="2025-06-08T19:39:24.865" v="250" actId="22"/>
          <ac:spMkLst>
            <pc:docMk/>
            <pc:sldMk cId="1145893667" sldId="340"/>
            <ac:spMk id="4" creationId="{0BEF3CB4-3325-D80A-618D-33CE5717662E}"/>
          </ac:spMkLst>
        </pc:spChg>
      </pc:sldChg>
      <pc:sldChg chg="addSp modSp add mod">
        <pc:chgData name="trishya konchigeri" userId="9c56beafedcadfc1" providerId="LiveId" clId="{EBA218FA-FEC4-4CB7-AC39-D4FBF99C35EB}" dt="2025-06-08T19:40:15.070" v="258" actId="20577"/>
        <pc:sldMkLst>
          <pc:docMk/>
          <pc:sldMk cId="398504382" sldId="341"/>
        </pc:sldMkLst>
        <pc:spChg chg="add mod">
          <ac:chgData name="trishya konchigeri" userId="9c56beafedcadfc1" providerId="LiveId" clId="{EBA218FA-FEC4-4CB7-AC39-D4FBF99C35EB}" dt="2025-06-08T19:40:15.070" v="258" actId="20577"/>
          <ac:spMkLst>
            <pc:docMk/>
            <pc:sldMk cId="398504382" sldId="341"/>
            <ac:spMk id="4" creationId="{94D7828B-9563-B095-9097-49B7F0E02DCE}"/>
          </ac:spMkLst>
        </pc:spChg>
      </pc:sldChg>
      <pc:sldChg chg="addSp modSp add mod">
        <pc:chgData name="trishya konchigeri" userId="9c56beafedcadfc1" providerId="LiveId" clId="{EBA218FA-FEC4-4CB7-AC39-D4FBF99C35EB}" dt="2025-06-08T19:41:22.262" v="288" actId="20577"/>
        <pc:sldMkLst>
          <pc:docMk/>
          <pc:sldMk cId="1929857644" sldId="342"/>
        </pc:sldMkLst>
        <pc:spChg chg="add mod">
          <ac:chgData name="trishya konchigeri" userId="9c56beafedcadfc1" providerId="LiveId" clId="{EBA218FA-FEC4-4CB7-AC39-D4FBF99C35EB}" dt="2025-06-08T19:41:22.262" v="288" actId="20577"/>
          <ac:spMkLst>
            <pc:docMk/>
            <pc:sldMk cId="1929857644" sldId="342"/>
            <ac:spMk id="4" creationId="{F3567A4D-E2FE-E5B5-CBE7-3C088C84A5BD}"/>
          </ac:spMkLst>
        </pc:spChg>
      </pc:sldChg>
      <pc:sldChg chg="addSp modSp add mod">
        <pc:chgData name="trishya konchigeri" userId="9c56beafedcadfc1" providerId="LiveId" clId="{EBA218FA-FEC4-4CB7-AC39-D4FBF99C35EB}" dt="2025-06-08T19:41:52.151" v="293" actId="20577"/>
        <pc:sldMkLst>
          <pc:docMk/>
          <pc:sldMk cId="788396468" sldId="343"/>
        </pc:sldMkLst>
        <pc:spChg chg="add mod">
          <ac:chgData name="trishya konchigeri" userId="9c56beafedcadfc1" providerId="LiveId" clId="{EBA218FA-FEC4-4CB7-AC39-D4FBF99C35EB}" dt="2025-06-08T19:41:52.151" v="293" actId="20577"/>
          <ac:spMkLst>
            <pc:docMk/>
            <pc:sldMk cId="788396468" sldId="343"/>
            <ac:spMk id="4" creationId="{86F75B08-2414-AEFD-2902-916924316716}"/>
          </ac:spMkLst>
        </pc:spChg>
      </pc:sldChg>
      <pc:sldChg chg="addSp delSp modSp add mod ord modAnim">
        <pc:chgData name="trishya konchigeri" userId="9c56beafedcadfc1" providerId="LiveId" clId="{EBA218FA-FEC4-4CB7-AC39-D4FBF99C35EB}" dt="2025-06-08T20:12:58.634" v="551" actId="27636"/>
        <pc:sldMkLst>
          <pc:docMk/>
          <pc:sldMk cId="35586298" sldId="344"/>
        </pc:sldMkLst>
        <pc:spChg chg="add mod">
          <ac:chgData name="trishya konchigeri" userId="9c56beafedcadfc1" providerId="LiveId" clId="{EBA218FA-FEC4-4CB7-AC39-D4FBF99C35EB}" dt="2025-06-08T20:12:58.634" v="551" actId="27636"/>
          <ac:spMkLst>
            <pc:docMk/>
            <pc:sldMk cId="35586298" sldId="344"/>
            <ac:spMk id="2" creationId="{7EEA5BC6-EC80-5753-8EFA-3AA92973E485}"/>
          </ac:spMkLst>
        </pc:spChg>
        <pc:spChg chg="del mod">
          <ac:chgData name="trishya konchigeri" userId="9c56beafedcadfc1" providerId="LiveId" clId="{EBA218FA-FEC4-4CB7-AC39-D4FBF99C35EB}" dt="2025-06-08T20:12:55.384" v="549" actId="478"/>
          <ac:spMkLst>
            <pc:docMk/>
            <pc:sldMk cId="35586298" sldId="344"/>
            <ac:spMk id="5" creationId="{C4F96E5D-ACF2-6891-BE3E-E949B3AD538D}"/>
          </ac:spMkLst>
        </pc:spChg>
      </pc:sldChg>
      <pc:sldChg chg="addSp delSp modSp add mod">
        <pc:chgData name="trishya konchigeri" userId="9c56beafedcadfc1" providerId="LiveId" clId="{EBA218FA-FEC4-4CB7-AC39-D4FBF99C35EB}" dt="2025-06-08T19:44:38.772" v="300" actId="22"/>
        <pc:sldMkLst>
          <pc:docMk/>
          <pc:sldMk cId="4056021500" sldId="345"/>
        </pc:sldMkLst>
        <pc:spChg chg="del mod">
          <ac:chgData name="trishya konchigeri" userId="9c56beafedcadfc1" providerId="LiveId" clId="{EBA218FA-FEC4-4CB7-AC39-D4FBF99C35EB}" dt="2025-06-08T19:44:26.352" v="299"/>
          <ac:spMkLst>
            <pc:docMk/>
            <pc:sldMk cId="4056021500" sldId="345"/>
            <ac:spMk id="3" creationId="{4660DC51-4920-8BCC-49ED-128C3C9F268D}"/>
          </ac:spMkLst>
        </pc:spChg>
        <pc:spChg chg="add">
          <ac:chgData name="trishya konchigeri" userId="9c56beafedcadfc1" providerId="LiveId" clId="{EBA218FA-FEC4-4CB7-AC39-D4FBF99C35EB}" dt="2025-06-08T19:44:38.772" v="300" actId="22"/>
          <ac:spMkLst>
            <pc:docMk/>
            <pc:sldMk cId="4056021500" sldId="345"/>
            <ac:spMk id="4" creationId="{9A98408F-4306-B03D-1D47-F734EFC219A1}"/>
          </ac:spMkLst>
        </pc:spChg>
      </pc:sldChg>
      <pc:sldChg chg="addSp add mod">
        <pc:chgData name="trishya konchigeri" userId="9c56beafedcadfc1" providerId="LiveId" clId="{EBA218FA-FEC4-4CB7-AC39-D4FBF99C35EB}" dt="2025-06-08T19:44:53.125" v="301" actId="22"/>
        <pc:sldMkLst>
          <pc:docMk/>
          <pc:sldMk cId="2410469722" sldId="346"/>
        </pc:sldMkLst>
        <pc:spChg chg="add">
          <ac:chgData name="trishya konchigeri" userId="9c56beafedcadfc1" providerId="LiveId" clId="{EBA218FA-FEC4-4CB7-AC39-D4FBF99C35EB}" dt="2025-06-08T19:44:53.125" v="301" actId="22"/>
          <ac:spMkLst>
            <pc:docMk/>
            <pc:sldMk cId="2410469722" sldId="346"/>
            <ac:spMk id="4" creationId="{F76F6B77-C7EA-989B-E630-581D8C3F871F}"/>
          </ac:spMkLst>
        </pc:spChg>
      </pc:sldChg>
      <pc:sldChg chg="addSp delSp modSp add mod">
        <pc:chgData name="trishya konchigeri" userId="9c56beafedcadfc1" providerId="LiveId" clId="{EBA218FA-FEC4-4CB7-AC39-D4FBF99C35EB}" dt="2025-06-08T19:57:03.716" v="367" actId="255"/>
        <pc:sldMkLst>
          <pc:docMk/>
          <pc:sldMk cId="3145216864" sldId="347"/>
        </pc:sldMkLst>
        <pc:graphicFrameChg chg="add mod modGraphic">
          <ac:chgData name="trishya konchigeri" userId="9c56beafedcadfc1" providerId="LiveId" clId="{EBA218FA-FEC4-4CB7-AC39-D4FBF99C35EB}" dt="2025-06-08T19:57:03.716" v="367" actId="255"/>
          <ac:graphicFrameMkLst>
            <pc:docMk/>
            <pc:sldMk cId="3145216864" sldId="347"/>
            <ac:graphicFrameMk id="2" creationId="{3A011606-C051-22D4-99BE-9AD324B5F4B8}"/>
          </ac:graphicFrameMkLst>
        </pc:graphicFrameChg>
        <pc:graphicFrameChg chg="del modGraphic">
          <ac:chgData name="trishya konchigeri" userId="9c56beafedcadfc1" providerId="LiveId" clId="{EBA218FA-FEC4-4CB7-AC39-D4FBF99C35EB}" dt="2025-06-08T19:54:58.988" v="347" actId="478"/>
          <ac:graphicFrameMkLst>
            <pc:docMk/>
            <pc:sldMk cId="3145216864" sldId="347"/>
            <ac:graphicFrameMk id="11" creationId="{707871CD-08CB-498A-FB75-93D70A46667B}"/>
          </ac:graphicFrameMkLst>
        </pc:graphicFrameChg>
      </pc:sldChg>
      <pc:sldChg chg="addSp modSp add mod ord">
        <pc:chgData name="trishya konchigeri" userId="9c56beafedcadfc1" providerId="LiveId" clId="{EBA218FA-FEC4-4CB7-AC39-D4FBF99C35EB}" dt="2025-06-08T20:09:55.478" v="528" actId="1076"/>
        <pc:sldMkLst>
          <pc:docMk/>
          <pc:sldMk cId="192149177" sldId="348"/>
        </pc:sldMkLst>
        <pc:spChg chg="add">
          <ac:chgData name="trishya konchigeri" userId="9c56beafedcadfc1" providerId="LiveId" clId="{EBA218FA-FEC4-4CB7-AC39-D4FBF99C35EB}" dt="2025-06-08T20:09:38.282" v="526" actId="22"/>
          <ac:spMkLst>
            <pc:docMk/>
            <pc:sldMk cId="192149177" sldId="348"/>
            <ac:spMk id="4" creationId="{591E37CD-09CD-01BB-1AF5-BA950AB5C6C1}"/>
          </ac:spMkLst>
        </pc:spChg>
        <pc:graphicFrameChg chg="add mod">
          <ac:chgData name="trishya konchigeri" userId="9c56beafedcadfc1" providerId="LiveId" clId="{EBA218FA-FEC4-4CB7-AC39-D4FBF99C35EB}" dt="2025-06-08T20:09:55.478" v="528" actId="1076"/>
          <ac:graphicFrameMkLst>
            <pc:docMk/>
            <pc:sldMk cId="192149177" sldId="348"/>
            <ac:graphicFrameMk id="6" creationId="{69BB026B-D5E0-AA6B-796B-04B1C985998A}"/>
          </ac:graphicFrameMkLst>
        </pc:graphicFrameChg>
        <pc:graphicFrameChg chg="add mod">
          <ac:chgData name="trishya konchigeri" userId="9c56beafedcadfc1" providerId="LiveId" clId="{EBA218FA-FEC4-4CB7-AC39-D4FBF99C35EB}" dt="2025-06-08T20:09:55.478" v="528" actId="1076"/>
          <ac:graphicFrameMkLst>
            <pc:docMk/>
            <pc:sldMk cId="192149177" sldId="348"/>
            <ac:graphicFrameMk id="7" creationId="{F59DD84C-EC5D-238E-C43F-F75A3B3EA25C}"/>
          </ac:graphicFrameMkLst>
        </pc:graphicFrameChg>
      </pc:sldChg>
      <pc:sldChg chg="addSp modSp add mod ord">
        <pc:chgData name="trishya konchigeri" userId="9c56beafedcadfc1" providerId="LiveId" clId="{EBA218FA-FEC4-4CB7-AC39-D4FBF99C35EB}" dt="2025-06-08T19:58:36.588" v="377" actId="1076"/>
        <pc:sldMkLst>
          <pc:docMk/>
          <pc:sldMk cId="3100327679" sldId="349"/>
        </pc:sldMkLst>
        <pc:spChg chg="add mod">
          <ac:chgData name="trishya konchigeri" userId="9c56beafedcadfc1" providerId="LiveId" clId="{EBA218FA-FEC4-4CB7-AC39-D4FBF99C35EB}" dt="2025-06-08T19:58:01.321" v="373" actId="14100"/>
          <ac:spMkLst>
            <pc:docMk/>
            <pc:sldMk cId="3100327679" sldId="349"/>
            <ac:spMk id="4" creationId="{5297E69D-E4D3-FD51-132F-75CF5669EAFC}"/>
          </ac:spMkLst>
        </pc:spChg>
        <pc:spChg chg="mod">
          <ac:chgData name="trishya konchigeri" userId="9c56beafedcadfc1" providerId="LiveId" clId="{EBA218FA-FEC4-4CB7-AC39-D4FBF99C35EB}" dt="2025-06-08T19:58:12.699" v="374" actId="1076"/>
          <ac:spMkLst>
            <pc:docMk/>
            <pc:sldMk cId="3100327679" sldId="349"/>
            <ac:spMk id="5" creationId="{6D8C4C55-A26D-B73C-B1DF-BCC387648ABE}"/>
          </ac:spMkLst>
        </pc:spChg>
        <pc:graphicFrameChg chg="add mod">
          <ac:chgData name="trishya konchigeri" userId="9c56beafedcadfc1" providerId="LiveId" clId="{EBA218FA-FEC4-4CB7-AC39-D4FBF99C35EB}" dt="2025-06-08T19:58:25.664" v="375" actId="1076"/>
          <ac:graphicFrameMkLst>
            <pc:docMk/>
            <pc:sldMk cId="3100327679" sldId="349"/>
            <ac:graphicFrameMk id="6" creationId="{1936D257-45FE-55D7-032B-7BE2455D48EE}"/>
          </ac:graphicFrameMkLst>
        </pc:graphicFrameChg>
        <pc:graphicFrameChg chg="add mod">
          <ac:chgData name="trishya konchigeri" userId="9c56beafedcadfc1" providerId="LiveId" clId="{EBA218FA-FEC4-4CB7-AC39-D4FBF99C35EB}" dt="2025-06-08T19:58:30.660" v="376" actId="1076"/>
          <ac:graphicFrameMkLst>
            <pc:docMk/>
            <pc:sldMk cId="3100327679" sldId="349"/>
            <ac:graphicFrameMk id="7" creationId="{93CC8541-BD03-7495-769F-A61FA52AAD49}"/>
          </ac:graphicFrameMkLst>
        </pc:graphicFrameChg>
        <pc:graphicFrameChg chg="add mod">
          <ac:chgData name="trishya konchigeri" userId="9c56beafedcadfc1" providerId="LiveId" clId="{EBA218FA-FEC4-4CB7-AC39-D4FBF99C35EB}" dt="2025-06-08T19:58:36.588" v="377" actId="1076"/>
          <ac:graphicFrameMkLst>
            <pc:docMk/>
            <pc:sldMk cId="3100327679" sldId="349"/>
            <ac:graphicFrameMk id="8" creationId="{8D8CFBC5-8DB3-0DC1-5B1B-83891E9AA63E}"/>
          </ac:graphicFrameMkLst>
        </pc:graphicFrameChg>
      </pc:sldChg>
      <pc:sldChg chg="delSp add del mod">
        <pc:chgData name="trishya konchigeri" userId="9c56beafedcadfc1" providerId="LiveId" clId="{EBA218FA-FEC4-4CB7-AC39-D4FBF99C35EB}" dt="2025-06-08T19:57:54.317" v="372" actId="47"/>
        <pc:sldMkLst>
          <pc:docMk/>
          <pc:sldMk cId="1375208571" sldId="350"/>
        </pc:sldMkLst>
        <pc:graphicFrameChg chg="del">
          <ac:chgData name="trishya konchigeri" userId="9c56beafedcadfc1" providerId="LiveId" clId="{EBA218FA-FEC4-4CB7-AC39-D4FBF99C35EB}" dt="2025-06-08T19:57:44.478" v="369" actId="478"/>
          <ac:graphicFrameMkLst>
            <pc:docMk/>
            <pc:sldMk cId="1375208571" sldId="350"/>
            <ac:graphicFrameMk id="11" creationId="{BFEF14F2-159D-2AD9-DF23-831B69E72500}"/>
          </ac:graphicFrameMkLst>
        </pc:graphicFrameChg>
      </pc:sldChg>
      <pc:sldChg chg="addSp modSp add mod">
        <pc:chgData name="trishya konchigeri" userId="9c56beafedcadfc1" providerId="LiveId" clId="{EBA218FA-FEC4-4CB7-AC39-D4FBF99C35EB}" dt="2025-06-08T20:11:54.404" v="543" actId="255"/>
        <pc:sldMkLst>
          <pc:docMk/>
          <pc:sldMk cId="3663654104" sldId="350"/>
        </pc:sldMkLst>
        <pc:graphicFrameChg chg="add mod modGraphic">
          <ac:chgData name="trishya konchigeri" userId="9c56beafedcadfc1" providerId="LiveId" clId="{EBA218FA-FEC4-4CB7-AC39-D4FBF99C35EB}" dt="2025-06-08T20:11:54.404" v="543" actId="255"/>
          <ac:graphicFrameMkLst>
            <pc:docMk/>
            <pc:sldMk cId="3663654104" sldId="350"/>
            <ac:graphicFrameMk id="2" creationId="{F5F8DE8E-F83F-B714-1093-FD170F7AA03E}"/>
          </ac:graphicFrameMkLst>
        </pc:graphicFrameChg>
      </pc:sldChg>
      <pc:sldChg chg="addSp modSp add mod">
        <pc:chgData name="trishya konchigeri" userId="9c56beafedcadfc1" providerId="LiveId" clId="{EBA218FA-FEC4-4CB7-AC39-D4FBF99C35EB}" dt="2025-06-08T20:13:18.508" v="553" actId="1076"/>
        <pc:sldMkLst>
          <pc:docMk/>
          <pc:sldMk cId="3836325726" sldId="351"/>
        </pc:sldMkLst>
        <pc:picChg chg="add mod">
          <ac:chgData name="trishya konchigeri" userId="9c56beafedcadfc1" providerId="LiveId" clId="{EBA218FA-FEC4-4CB7-AC39-D4FBF99C35EB}" dt="2025-06-08T20:13:18.508" v="553" actId="1076"/>
          <ac:picMkLst>
            <pc:docMk/>
            <pc:sldMk cId="3836325726" sldId="351"/>
            <ac:picMk id="2" creationId="{AE42FB53-13A2-9A7C-86E2-3F4FB11767E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66918A-C14D-4497-BC3A-C5EAB94FADB8}" type="datetimeFigureOut">
              <a:rPr lang="en-IN" smtClean="0"/>
              <a:t>09-06-2025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39C663-5CD4-4AA8-A776-F78B78C188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9472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9C663-5CD4-4AA8-A776-F78B78C18856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348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3B1E0-3296-20D4-ADF2-575F430279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F86EAA-C268-E11B-48F6-8961B4F719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C8BDC-6A47-5002-D487-61135E9F9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4F58D-5162-4398-95F8-DCBAF4A6632A}" type="datetimeFigureOut">
              <a:rPr lang="en-IN" smtClean="0"/>
              <a:t>09-06-2025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2A321-3DB9-B457-E35B-2EEBCFB0E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039FB-B503-3679-27B8-54498B531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DE42D-3476-4643-BE4A-758433272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218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0437C-7523-C31F-203E-E282A6518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A62CB-4A4E-526D-D550-916DA29F3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99271-7239-9551-7052-D19F98A37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4F58D-5162-4398-95F8-DCBAF4A6632A}" type="datetimeFigureOut">
              <a:rPr lang="en-IN" smtClean="0"/>
              <a:t>09-06-2025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234B7-D488-AE70-4CF2-87F47E0D3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21C29-E5D3-2C83-6B50-A5C4ED5AE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DE42D-3476-4643-BE4A-758433272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3105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91224-B694-9CAA-AFB9-F73352675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20342-EBB2-A9E3-45F7-9EB6A0323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5C4EB-E7B5-53BA-5144-204E5A777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4F58D-5162-4398-95F8-DCBAF4A6632A}" type="datetimeFigureOut">
              <a:rPr lang="en-IN" smtClean="0"/>
              <a:t>09-06-2025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58B99-9A27-21C2-6856-DC72BEFA2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6F28C-89AF-4C77-343B-66DBA6EE9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DE42D-3476-4643-BE4A-758433272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28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CCB9D-F452-2EA7-4948-B9E2E77F8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9B6AC-5AD2-5C06-2673-F0184A4E2C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26A1CB-AAF5-2CF6-0FA0-0E693E66EC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343C6A-A84D-FC53-E206-9EA38E21E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4F58D-5162-4398-95F8-DCBAF4A6632A}" type="datetimeFigureOut">
              <a:rPr lang="en-IN" smtClean="0"/>
              <a:t>09-06-2025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9E35DE-D549-2805-C3ED-6EE3648CD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202C8C-DEE0-A657-1529-B4BF3D009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DE42D-3476-4643-BE4A-758433272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347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ABE3F-A210-FA12-D4E9-D3C36A3DD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5C3EDC-F7DA-D524-143A-CF85454D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AD8209-C59D-7E79-4D85-AD0F480C0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1D7547-15B5-F401-2C25-AA28603A80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27A92F-B3CC-9360-4D70-C40008BE84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27F8D3-4AF9-DDB9-7C10-B79BECC6E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4F58D-5162-4398-95F8-DCBAF4A6632A}" type="datetimeFigureOut">
              <a:rPr lang="en-IN" smtClean="0"/>
              <a:t>09-06-2025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F2A019-96AC-81F3-FA71-77A7E11AA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677B5D-B4E6-0492-0389-771E55DB4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DE42D-3476-4643-BE4A-758433272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5844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FAE73-4A8E-2922-339A-290A42BF1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3A896F-F6B6-B635-426F-838CF49C2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4F58D-5162-4398-95F8-DCBAF4A6632A}" type="datetimeFigureOut">
              <a:rPr lang="en-IN" smtClean="0"/>
              <a:t>09-06-2025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3B8B90-A8A1-03CF-86E0-78B212C0F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479E01-004E-F04E-272E-6142C6F7D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DE42D-3476-4643-BE4A-758433272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074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8E553-5AE5-FFA2-6D1B-CA1F0B917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4F58D-5162-4398-95F8-DCBAF4A6632A}" type="datetimeFigureOut">
              <a:rPr lang="en-IN" smtClean="0"/>
              <a:t>09-06-2025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8339BA-A401-55FC-9C56-52EC0BA5A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559A4-F6B6-5815-2CB7-5E9F5855F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DE42D-3476-4643-BE4A-758433272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184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104F8-923D-5255-C1EF-ECBE5A851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C8A09-38F5-13C0-CB84-040FFA4E1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604304-7BCE-E795-AFCF-729D2F85A1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576E36-E04F-8852-5BC9-F4B7F766A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4F58D-5162-4398-95F8-DCBAF4A6632A}" type="datetimeFigureOut">
              <a:rPr lang="en-IN" smtClean="0"/>
              <a:t>09-06-2025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351F5B-BBD7-E61A-6287-9E9821C7E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176B86-73DB-678E-9ECF-DA81AF47D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DE42D-3476-4643-BE4A-758433272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49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CEB57-BCB9-F9BC-DF80-9585254A2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CE0B43-B370-26AC-7AA2-578ADC3AFA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B5AAA-5B25-EEE9-C485-8838C7C58B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88227-733F-BF59-F945-4629FF4C3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4F58D-5162-4398-95F8-DCBAF4A6632A}" type="datetimeFigureOut">
              <a:rPr lang="en-IN" smtClean="0"/>
              <a:t>09-06-2025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F2BFD2-E827-F056-5AFF-CB869834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8D9F6E-A087-9F39-43A6-2891BC3E8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DE42D-3476-4643-BE4A-758433272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986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C94B2-04FC-B880-0709-1C9AA2A23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2A33BD-2498-A3D2-569D-E76AF3969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36E12-FDDB-1475-E0EB-688FE2D5B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4F58D-5162-4398-95F8-DCBAF4A6632A}" type="datetimeFigureOut">
              <a:rPr lang="en-IN" smtClean="0"/>
              <a:t>09-06-2025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6623B-CA45-9459-A18E-1B8ECDBF3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16302-3198-11A2-825C-B48DF63EB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DE42D-3476-4643-BE4A-758433272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2667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FFBB4A-6768-5868-F7FF-5F23D43E06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EFF5F2-6D3A-8429-3E4A-6BDCBA5005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A159A-7A94-632E-387E-4B885E8A7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4F58D-5162-4398-95F8-DCBAF4A6632A}" type="datetimeFigureOut">
              <a:rPr lang="en-IN" smtClean="0"/>
              <a:t>09-06-2025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B1B60-F203-0C1D-2C96-CDC1E8E3E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8EADC-ABE7-2434-F381-FCBA23057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DE42D-3476-4643-BE4A-758433272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33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E0B015-4E74-7B29-7502-09ABB8F17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A8634-B886-2C0A-FEFE-AE24E98F7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89AA2-AFCC-C16E-4619-196CEFBF43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B4F58D-5162-4398-95F8-DCBAF4A6632A}" type="datetimeFigureOut">
              <a:rPr lang="en-IN" smtClean="0"/>
              <a:t>09-06-2025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6F522-377F-FA1D-0B4E-9FD0140253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3DF62-4666-7166-AA9C-177A01D98E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9DE42D-3476-4643-BE4A-758433272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2557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CE29C-4C3A-E0CD-BD06-285597819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Rectangle">
            <a:extLst>
              <a:ext uri="{FF2B5EF4-FFF2-40B4-BE49-F238E27FC236}">
                <a16:creationId xmlns:a16="http://schemas.microsoft.com/office/drawing/2014/main" id="{4CEB2CD0-4D8C-48B8-6B0D-3A9BEDCF8041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1048623" name="Rectangle">
            <a:extLst>
              <a:ext uri="{FF2B5EF4-FFF2-40B4-BE49-F238E27FC236}">
                <a16:creationId xmlns:a16="http://schemas.microsoft.com/office/drawing/2014/main" id="{08462018-4439-CCF9-3550-036B1BF80C82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91" name="Group 32">
            <a:extLst>
              <a:ext uri="{FF2B5EF4-FFF2-40B4-BE49-F238E27FC236}">
                <a16:creationId xmlns:a16="http://schemas.microsoft.com/office/drawing/2014/main" id="{ADEB5537-0176-C841-E1D1-D71E6A19BA88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1048624" name="Rectangle">
              <a:extLst>
                <a:ext uri="{FF2B5EF4-FFF2-40B4-BE49-F238E27FC236}">
                  <a16:creationId xmlns:a16="http://schemas.microsoft.com/office/drawing/2014/main" id="{84DFE390-EC01-3E79-A92A-C065B13C1DEE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1048625" name="Rectangle">
              <a:extLst>
                <a:ext uri="{FF2B5EF4-FFF2-40B4-BE49-F238E27FC236}">
                  <a16:creationId xmlns:a16="http://schemas.microsoft.com/office/drawing/2014/main" id="{D0BE97AF-4226-432E-9DF4-595CBB74F9E5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097160" name="Image" descr="Image">
              <a:extLst>
                <a:ext uri="{FF2B5EF4-FFF2-40B4-BE49-F238E27FC236}">
                  <a16:creationId xmlns:a16="http://schemas.microsoft.com/office/drawing/2014/main" id="{91C2ABBF-7DA9-FDF6-83FD-1EF1B014C0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16CB2DC-2796-4C58-8C86-19766D75FF0E}"/>
              </a:ext>
            </a:extLst>
          </p:cNvPr>
          <p:cNvSpPr txBox="1"/>
          <p:nvPr/>
        </p:nvSpPr>
        <p:spPr>
          <a:xfrm>
            <a:off x="3032760" y="226785"/>
            <a:ext cx="610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2" name="Title 40">
            <a:extLst>
              <a:ext uri="{FF2B5EF4-FFF2-40B4-BE49-F238E27FC236}">
                <a16:creationId xmlns:a16="http://schemas.microsoft.com/office/drawing/2014/main" id="{7EEA5BC6-EC80-5753-8EFA-3AA92973E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9450" y="2071869"/>
            <a:ext cx="5291158" cy="234932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800" u="sng" dirty="0">
                <a:latin typeface="Cambria" panose="02040503050406030204" pitchFamily="18" charset="0"/>
                <a:ea typeface="Cambria" panose="02040503050406030204" pitchFamily="18" charset="0"/>
              </a:rPr>
              <a:t>MODULE  4:</a:t>
            </a:r>
            <a:br>
              <a:rPr lang="en-US" sz="4800" u="sng" dirty="0"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sz="4800" u="sng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4800" dirty="0">
                <a:latin typeface="Cambria" panose="02040503050406030204" pitchFamily="18" charset="0"/>
                <a:ea typeface="Cambria" panose="02040503050406030204" pitchFamily="18" charset="0"/>
              </a:rPr>
              <a:t>      </a:t>
            </a:r>
            <a:r>
              <a:rPr lang="en-US" sz="4800" u="sng" dirty="0">
                <a:latin typeface="Cambria" panose="02040503050406030204" pitchFamily="18" charset="0"/>
                <a:ea typeface="Cambria" panose="02040503050406030204" pitchFamily="18" charset="0"/>
              </a:rPr>
              <a:t>Strings</a:t>
            </a:r>
            <a:endParaRPr lang="en-IN" sz="4800" u="sng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6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1048623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91" name="Group 32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1048624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1048625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097160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ABE51F1-F36B-CAF5-AA1F-59FB88B04BD7}"/>
              </a:ext>
            </a:extLst>
          </p:cNvPr>
          <p:cNvSpPr txBox="1"/>
          <p:nvPr/>
        </p:nvSpPr>
        <p:spPr>
          <a:xfrm>
            <a:off x="2591513" y="186814"/>
            <a:ext cx="8705752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en-IN" altLang="en-US" sz="2000" b="1" u="sng" dirty="0">
                <a:latin typeface="Cambria" panose="02040503050406030204" pitchFamily="18" charset="0"/>
              </a:rPr>
              <a:t>What is string?</a:t>
            </a:r>
          </a:p>
          <a:p>
            <a:pPr algn="just" eaLnBrk="1" hangingPunct="1"/>
            <a:endParaRPr lang="en-IN" altLang="en-US" sz="1800" b="1" u="sng" dirty="0">
              <a:latin typeface="Cambria" panose="02040503050406030204" pitchFamily="18" charset="0"/>
            </a:endParaRPr>
          </a:p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Cambria" panose="02040503050406030204" pitchFamily="18" charset="0"/>
                <a:ea typeface="SimSun" panose="02010600030101010101" pitchFamily="2" charset="-122"/>
              </a:rPr>
              <a:t> String is an array of characters terminated by NULL character which is denoted by the escape sequence ‘\0’.</a:t>
            </a:r>
          </a:p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Cambria" panose="02040503050406030204" pitchFamily="18" charset="0"/>
                <a:ea typeface="SimSun" panose="02010600030101010101" pitchFamily="2" charset="-122"/>
              </a:rPr>
              <a:t> A String literal is a sequence of characters enclosed within two double quotes.  </a:t>
            </a:r>
          </a:p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Cambria" panose="02040503050406030204" pitchFamily="18" charset="0"/>
                <a:ea typeface="SimSun" panose="02010600030101010101" pitchFamily="2" charset="-122"/>
              </a:rPr>
              <a:t>Example “ACHARYA”. </a:t>
            </a:r>
          </a:p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Cambria" panose="02040503050406030204" pitchFamily="18" charset="0"/>
                <a:ea typeface="SimSun" panose="02010600030101010101" pitchFamily="2" charset="-122"/>
              </a:rPr>
              <a:t>Let us see how the string is stored: </a:t>
            </a:r>
          </a:p>
          <a:p>
            <a:pPr algn="just" eaLnBrk="1" hangingPunct="1"/>
            <a:endParaRPr lang="en-US" altLang="zh-CN" dirty="0">
              <a:latin typeface="Cambria" panose="02040503050406030204" pitchFamily="18" charset="0"/>
              <a:ea typeface="SimSun" panose="02010600030101010101" pitchFamily="2" charset="-122"/>
            </a:endParaRPr>
          </a:p>
          <a:p>
            <a:pPr algn="just" eaLnBrk="1" hangingPunct="1"/>
            <a:endParaRPr lang="en-IN" altLang="en-US" b="1" u="sng" dirty="0">
              <a:latin typeface="Cambria" panose="02040503050406030204" pitchFamily="18" charset="0"/>
            </a:endParaRPr>
          </a:p>
          <a:p>
            <a:pPr algn="just" eaLnBrk="1" hangingPunct="1"/>
            <a:endParaRPr lang="en-IN" altLang="en-US" b="1" u="sng" dirty="0">
              <a:latin typeface="Cambria" panose="02040503050406030204" pitchFamily="18" charset="0"/>
            </a:endParaRPr>
          </a:p>
          <a:p>
            <a:pPr algn="just" eaLnBrk="1" hangingPunct="1"/>
            <a:endParaRPr lang="en-IN" altLang="en-US" b="1" u="sng" dirty="0">
              <a:latin typeface="Cambria" panose="02040503050406030204" pitchFamily="18" charset="0"/>
            </a:endParaRPr>
          </a:p>
          <a:p>
            <a:pPr algn="just" eaLnBrk="1" hangingPunct="1"/>
            <a:endParaRPr lang="en-IN" altLang="en-US" b="1" u="sng" dirty="0">
              <a:latin typeface="Cambria" panose="02040503050406030204" pitchFamily="18" charset="0"/>
            </a:endParaRPr>
          </a:p>
          <a:p>
            <a:pPr algn="just" eaLnBrk="1" hangingPunct="1"/>
            <a:endParaRPr lang="en-IN" altLang="en-US" b="1" u="sng" dirty="0">
              <a:latin typeface="Cambria" panose="02040503050406030204" pitchFamily="18" charset="0"/>
            </a:endParaRPr>
          </a:p>
          <a:p>
            <a:pPr algn="just" eaLnBrk="1" hangingPunct="1"/>
            <a:r>
              <a:rPr lang="en-IN" altLang="en-US" b="1" u="sng" dirty="0">
                <a:latin typeface="Cambria" panose="02040503050406030204" pitchFamily="18" charset="0"/>
              </a:rPr>
              <a:t>The common operations performed on character strings</a:t>
            </a:r>
            <a:r>
              <a:rPr lang="en-IN" altLang="en-US" sz="2000" b="1" u="sng" dirty="0">
                <a:latin typeface="Cambria" panose="02040503050406030204" pitchFamily="18" charset="0"/>
              </a:rPr>
              <a:t> 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Cambria" panose="02040503050406030204" pitchFamily="18" charset="0"/>
                <a:ea typeface="SimSun" panose="02010600030101010101" pitchFamily="2" charset="-122"/>
              </a:rPr>
              <a:t>Reading and writing strings. 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Cambria" panose="02040503050406030204" pitchFamily="18" charset="0"/>
                <a:ea typeface="SimSun" panose="02010600030101010101" pitchFamily="2" charset="-122"/>
              </a:rPr>
              <a:t>Combining strings together. 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Cambria" panose="02040503050406030204" pitchFamily="18" charset="0"/>
                <a:ea typeface="SimSun" panose="02010600030101010101" pitchFamily="2" charset="-122"/>
              </a:rPr>
              <a:t>Copying one string to another.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Cambria" panose="02040503050406030204" pitchFamily="18" charset="0"/>
                <a:ea typeface="SimSun" panose="02010600030101010101" pitchFamily="2" charset="-122"/>
              </a:rPr>
              <a:t>Comparing strings for equality.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Cambria" panose="02040503050406030204" pitchFamily="18" charset="0"/>
                <a:ea typeface="SimSun" panose="02010600030101010101" pitchFamily="2" charset="-122"/>
              </a:rPr>
              <a:t>Extracting a portion of a string. </a:t>
            </a:r>
          </a:p>
          <a:p>
            <a:pPr eaLnBrk="1" hangingPunct="1"/>
            <a:endParaRPr lang="en-US" altLang="zh-CN" sz="1800" dirty="0">
              <a:latin typeface="Cambria" panose="02040503050406030204" pitchFamily="18" charset="0"/>
              <a:ea typeface="SimSun" panose="02010600030101010101" pitchFamily="2" charset="-122"/>
            </a:endParaRPr>
          </a:p>
          <a:p>
            <a:pPr eaLnBrk="1" hangingPunct="1"/>
            <a:r>
              <a:rPr lang="en-US" altLang="zh-CN" sz="1400" dirty="0">
                <a:latin typeface="Cambria" panose="02040503050406030204" pitchFamily="18" charset="0"/>
                <a:ea typeface="SimSun" panose="02010600030101010101" pitchFamily="2" charset="-122"/>
                <a:sym typeface="Wingdings" panose="05000000000000000000" pitchFamily="2" charset="2"/>
              </a:rPr>
              <a:t>                                                                                                               </a:t>
            </a:r>
            <a:endParaRPr lang="en-US" altLang="zh-CN" sz="1400" dirty="0">
              <a:latin typeface="Cambria" panose="02040503050406030204" pitchFamily="18" charset="0"/>
              <a:ea typeface="SimSun" panose="02010600030101010101" pitchFamily="2" charset="-122"/>
            </a:endParaRPr>
          </a:p>
        </p:txBody>
      </p:sp>
      <p:pic>
        <p:nvPicPr>
          <p:cNvPr id="4" name="table">
            <a:extLst>
              <a:ext uri="{FF2B5EF4-FFF2-40B4-BE49-F238E27FC236}">
                <a16:creationId xmlns:a16="http://schemas.microsoft.com/office/drawing/2014/main" id="{5A6C8BC5-8E6D-3594-8CB5-7DF444CFE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156" y="2359024"/>
            <a:ext cx="3725786" cy="10699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A0127-30AB-0C56-3EAF-56E457423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Rectangle">
            <a:extLst>
              <a:ext uri="{FF2B5EF4-FFF2-40B4-BE49-F238E27FC236}">
                <a16:creationId xmlns:a16="http://schemas.microsoft.com/office/drawing/2014/main" id="{E4A0F3FB-1392-EFE4-CCC4-1CC3951253D2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1048623" name="Rectangle">
            <a:extLst>
              <a:ext uri="{FF2B5EF4-FFF2-40B4-BE49-F238E27FC236}">
                <a16:creationId xmlns:a16="http://schemas.microsoft.com/office/drawing/2014/main" id="{E01880EF-537D-863A-B7DB-99B528EFDED6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91" name="Group 32">
            <a:extLst>
              <a:ext uri="{FF2B5EF4-FFF2-40B4-BE49-F238E27FC236}">
                <a16:creationId xmlns:a16="http://schemas.microsoft.com/office/drawing/2014/main" id="{4598F417-F392-8DF0-73AD-D92BC077AE62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1048624" name="Rectangle">
              <a:extLst>
                <a:ext uri="{FF2B5EF4-FFF2-40B4-BE49-F238E27FC236}">
                  <a16:creationId xmlns:a16="http://schemas.microsoft.com/office/drawing/2014/main" id="{63629D09-8FA0-5A8C-D2DF-3A730823FF92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1048625" name="Rectangle">
              <a:extLst>
                <a:ext uri="{FF2B5EF4-FFF2-40B4-BE49-F238E27FC236}">
                  <a16:creationId xmlns:a16="http://schemas.microsoft.com/office/drawing/2014/main" id="{106ECBC4-B6EC-7B3F-AB19-162FDB6948E9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097160" name="Image" descr="Image">
              <a:extLst>
                <a:ext uri="{FF2B5EF4-FFF2-40B4-BE49-F238E27FC236}">
                  <a16:creationId xmlns:a16="http://schemas.microsoft.com/office/drawing/2014/main" id="{2BF26B34-B253-99B5-A26E-862D07442E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649BBC9-4366-588A-9DDE-538315396418}"/>
              </a:ext>
            </a:extLst>
          </p:cNvPr>
          <p:cNvSpPr txBox="1"/>
          <p:nvPr/>
        </p:nvSpPr>
        <p:spPr>
          <a:xfrm>
            <a:off x="3033251" y="607127"/>
            <a:ext cx="6105832" cy="5648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70000"/>
              </a:lnSpc>
              <a:spcBef>
                <a:spcPts val="800"/>
              </a:spcBef>
              <a:buFont typeface="Arial" panose="020B0604020202020204" pitchFamily="34" charset="0"/>
              <a:buNone/>
            </a:pPr>
            <a:r>
              <a:rPr lang="en-IN" altLang="en-US" sz="2000" b="1" u="sng" dirty="0">
                <a:latin typeface="Cambria" panose="02040503050406030204" pitchFamily="18" charset="0"/>
              </a:rPr>
              <a:t>Declaring and Initializing String Variables</a:t>
            </a:r>
          </a:p>
          <a:p>
            <a:pPr eaLnBrk="1" hangingPunct="1">
              <a:lnSpc>
                <a:spcPct val="70000"/>
              </a:lnSpc>
              <a:spcBef>
                <a:spcPts val="800"/>
              </a:spcBef>
              <a:buFont typeface="Arial" panose="020B0604020202020204" pitchFamily="34" charset="0"/>
              <a:buNone/>
            </a:pPr>
            <a:r>
              <a:rPr lang="en-US" altLang="zh-CN" sz="1800" b="1" dirty="0">
                <a:latin typeface="Cambria" panose="02040503050406030204" pitchFamily="18" charset="0"/>
                <a:ea typeface="SimSun" panose="02010600030101010101" pitchFamily="2" charset="-122"/>
              </a:rPr>
              <a:t>Declaration:</a:t>
            </a:r>
            <a:r>
              <a:rPr lang="en-US" altLang="zh-CN" sz="1800" dirty="0">
                <a:latin typeface="Cambria" panose="02040503050406030204" pitchFamily="18" charset="0"/>
                <a:ea typeface="SimSun" panose="02010600030101010101" pitchFamily="2" charset="-122"/>
              </a:rPr>
              <a:t> Let us see how to declare a string variable.</a:t>
            </a:r>
          </a:p>
          <a:p>
            <a:pPr eaLnBrk="1" hangingPunct="1">
              <a:lnSpc>
                <a:spcPct val="70000"/>
              </a:lnSpc>
              <a:spcBef>
                <a:spcPts val="80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latin typeface="Cambria" panose="02040503050406030204" pitchFamily="18" charset="0"/>
                <a:ea typeface="SimSun" panose="02010600030101010101" pitchFamily="2" charset="-122"/>
              </a:rPr>
              <a:t>The general form :</a:t>
            </a:r>
          </a:p>
          <a:p>
            <a:pPr eaLnBrk="1" hangingPunct="1">
              <a:lnSpc>
                <a:spcPct val="70000"/>
              </a:lnSpc>
              <a:spcBef>
                <a:spcPts val="80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latin typeface="Cambria" panose="02040503050406030204" pitchFamily="18" charset="0"/>
                <a:ea typeface="SimSun" panose="02010600030101010101" pitchFamily="2" charset="-122"/>
              </a:rPr>
              <a:t>                    </a:t>
            </a:r>
            <a:r>
              <a:rPr lang="en-US" altLang="zh-CN" sz="1800" b="1" dirty="0">
                <a:latin typeface="Cambria" panose="02040503050406030204" pitchFamily="18" charset="0"/>
                <a:ea typeface="SimSun" panose="02010600030101010101" pitchFamily="2" charset="-122"/>
              </a:rPr>
              <a:t>char </a:t>
            </a:r>
            <a:r>
              <a:rPr lang="en-US" altLang="zh-CN" sz="1800" b="1" dirty="0" err="1">
                <a:latin typeface="Cambria" panose="02040503050406030204" pitchFamily="18" charset="0"/>
                <a:ea typeface="SimSun" panose="02010600030101010101" pitchFamily="2" charset="-122"/>
              </a:rPr>
              <a:t>string_name</a:t>
            </a:r>
            <a:r>
              <a:rPr lang="en-US" altLang="zh-CN" sz="1800" b="1" dirty="0">
                <a:latin typeface="Cambria" panose="02040503050406030204" pitchFamily="18" charset="0"/>
                <a:ea typeface="SimSun" panose="02010600030101010101" pitchFamily="2" charset="-122"/>
              </a:rPr>
              <a:t>[size];</a:t>
            </a:r>
            <a:r>
              <a:rPr lang="en-US" altLang="zh-CN" sz="1800" dirty="0">
                <a:latin typeface="Cambria" panose="02040503050406030204" pitchFamily="18" charset="0"/>
                <a:ea typeface="SimSun" panose="02010600030101010101" pitchFamily="2" charset="-122"/>
              </a:rPr>
              <a:t>	</a:t>
            </a:r>
          </a:p>
          <a:p>
            <a:pPr eaLnBrk="1" hangingPunct="1">
              <a:lnSpc>
                <a:spcPct val="70000"/>
              </a:lnSpc>
              <a:spcBef>
                <a:spcPts val="80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latin typeface="Cambria" panose="02040503050406030204" pitchFamily="18" charset="0"/>
                <a:ea typeface="SimSun" panose="02010600030101010101" pitchFamily="2" charset="-122"/>
              </a:rPr>
              <a:t> </a:t>
            </a:r>
          </a:p>
          <a:p>
            <a:pPr eaLnBrk="1" hangingPunct="1">
              <a:lnSpc>
                <a:spcPct val="70000"/>
              </a:lnSpc>
              <a:spcBef>
                <a:spcPts val="80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latin typeface="Cambria" panose="02040503050406030204" pitchFamily="18" charset="0"/>
                <a:ea typeface="SimSun" panose="02010600030101010101" pitchFamily="2" charset="-122"/>
              </a:rPr>
              <a:t> Example 1: char a[50];  </a:t>
            </a:r>
          </a:p>
          <a:p>
            <a:pPr eaLnBrk="1" hangingPunct="1">
              <a:lnSpc>
                <a:spcPct val="70000"/>
              </a:lnSpc>
              <a:spcBef>
                <a:spcPts val="800"/>
              </a:spcBef>
              <a:buFont typeface="Arial" panose="020B0604020202020204" pitchFamily="34" charset="0"/>
              <a:buNone/>
            </a:pPr>
            <a:endParaRPr lang="en-US" altLang="zh-CN" sz="1800" dirty="0">
              <a:latin typeface="Cambria" panose="02040503050406030204" pitchFamily="18" charset="0"/>
              <a:ea typeface="SimSun" panose="02010600030101010101" pitchFamily="2" charset="-122"/>
            </a:endParaRPr>
          </a:p>
          <a:p>
            <a:pPr eaLnBrk="1" hangingPunct="1">
              <a:lnSpc>
                <a:spcPct val="70000"/>
              </a:lnSpc>
              <a:spcBef>
                <a:spcPts val="80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latin typeface="Cambria" panose="02040503050406030204" pitchFamily="18" charset="0"/>
                <a:ea typeface="SimSun" panose="02010600030101010101" pitchFamily="2" charset="-122"/>
              </a:rPr>
              <a:t>a</a:t>
            </a:r>
          </a:p>
          <a:p>
            <a:pPr eaLnBrk="1" hangingPunct="1">
              <a:lnSpc>
                <a:spcPct val="70000"/>
              </a:lnSpc>
              <a:spcBef>
                <a:spcPts val="80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latin typeface="Cambria" panose="02040503050406030204" pitchFamily="18" charset="0"/>
                <a:ea typeface="SimSun" panose="02010600030101010101" pitchFamily="2" charset="-122"/>
              </a:rPr>
              <a:t>      0    1   2    3…………...........  ...   49</a:t>
            </a:r>
          </a:p>
          <a:p>
            <a:pPr eaLnBrk="1" hangingPunct="1">
              <a:lnSpc>
                <a:spcPct val="70000"/>
              </a:lnSpc>
              <a:spcBef>
                <a:spcPts val="800"/>
              </a:spcBef>
              <a:buFont typeface="Arial" panose="020B0604020202020204" pitchFamily="34" charset="0"/>
              <a:buNone/>
            </a:pPr>
            <a:endParaRPr lang="en-US" altLang="zh-CN" sz="1800" dirty="0">
              <a:latin typeface="Cambria" panose="02040503050406030204" pitchFamily="18" charset="0"/>
              <a:ea typeface="SimSun" panose="02010600030101010101" pitchFamily="2" charset="-122"/>
            </a:endParaRPr>
          </a:p>
          <a:p>
            <a:pPr eaLnBrk="1" hangingPunct="1">
              <a:lnSpc>
                <a:spcPct val="70000"/>
              </a:lnSpc>
              <a:spcBef>
                <a:spcPts val="80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latin typeface="Cambria" panose="02040503050406030204" pitchFamily="18" charset="0"/>
                <a:ea typeface="SimSun" panose="02010600030101010101" pitchFamily="2" charset="-122"/>
              </a:rPr>
              <a:t>Example 2 : char a[10];	/*10 bytes are allocated*/</a:t>
            </a:r>
          </a:p>
          <a:p>
            <a:pPr eaLnBrk="1" hangingPunct="1">
              <a:lnSpc>
                <a:spcPct val="70000"/>
              </a:lnSpc>
              <a:spcBef>
                <a:spcPts val="80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latin typeface="Cambria" panose="02040503050406030204" pitchFamily="18" charset="0"/>
                <a:ea typeface="SimSun" panose="02010600030101010101" pitchFamily="2" charset="-122"/>
              </a:rPr>
              <a:t>           	    </a:t>
            </a:r>
            <a:r>
              <a:rPr lang="en-US" altLang="zh-CN" sz="1800" dirty="0" err="1">
                <a:latin typeface="Cambria" panose="02040503050406030204" pitchFamily="18" charset="0"/>
                <a:ea typeface="SimSun" panose="02010600030101010101" pitchFamily="2" charset="-122"/>
              </a:rPr>
              <a:t>strcpy</a:t>
            </a:r>
            <a:r>
              <a:rPr lang="en-US" altLang="zh-CN" sz="1800" dirty="0">
                <a:latin typeface="Cambria" panose="02040503050406030204" pitchFamily="18" charset="0"/>
                <a:ea typeface="SimSun" panose="02010600030101010101" pitchFamily="2" charset="-122"/>
              </a:rPr>
              <a:t>(a, ”Hello”);</a:t>
            </a:r>
          </a:p>
          <a:p>
            <a:pPr eaLnBrk="1" hangingPunct="1">
              <a:lnSpc>
                <a:spcPct val="70000"/>
              </a:lnSpc>
              <a:spcBef>
                <a:spcPts val="800"/>
              </a:spcBef>
              <a:buFont typeface="Arial" panose="020B0604020202020204" pitchFamily="34" charset="0"/>
              <a:buNone/>
            </a:pPr>
            <a:endParaRPr lang="en-US" altLang="zh-CN" sz="2000" dirty="0">
              <a:latin typeface="Cambria" panose="02040503050406030204" pitchFamily="18" charset="0"/>
              <a:ea typeface="SimSun" panose="02010600030101010101" pitchFamily="2" charset="-122"/>
            </a:endParaRPr>
          </a:p>
          <a:p>
            <a:pPr eaLnBrk="1" hangingPunct="1">
              <a:lnSpc>
                <a:spcPct val="70000"/>
              </a:lnSpc>
              <a:spcBef>
                <a:spcPts val="800"/>
              </a:spcBef>
              <a:buFont typeface="Arial" panose="020B0604020202020204" pitchFamily="34" charset="0"/>
              <a:buNone/>
            </a:pPr>
            <a:r>
              <a:rPr lang="en-US" altLang="zh-CN" sz="2000" dirty="0">
                <a:latin typeface="Cambria" panose="02040503050406030204" pitchFamily="18" charset="0"/>
                <a:ea typeface="SimSun" panose="02010600030101010101" pitchFamily="2" charset="-122"/>
              </a:rPr>
              <a:t>                                                     </a:t>
            </a:r>
            <a:r>
              <a:rPr lang="en-US" altLang="zh-CN" sz="1400" dirty="0">
                <a:latin typeface="Cambria" panose="02040503050406030204" pitchFamily="18" charset="0"/>
                <a:ea typeface="SimSun" panose="02010600030101010101" pitchFamily="2" charset="-122"/>
              </a:rPr>
              <a:t>Part of  the array but</a:t>
            </a:r>
          </a:p>
          <a:p>
            <a:pPr eaLnBrk="1" hangingPunct="1">
              <a:lnSpc>
                <a:spcPct val="70000"/>
              </a:lnSpc>
              <a:spcBef>
                <a:spcPts val="80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latin typeface="Cambria" panose="02040503050406030204" pitchFamily="18" charset="0"/>
                <a:ea typeface="SimSun" panose="02010600030101010101" pitchFamily="2" charset="-122"/>
              </a:rPr>
              <a:t>                                                                                                             not part of the string</a:t>
            </a:r>
          </a:p>
          <a:p>
            <a:pPr eaLnBrk="1" hangingPunct="1">
              <a:lnSpc>
                <a:spcPct val="70000"/>
              </a:lnSpc>
              <a:spcBef>
                <a:spcPts val="800"/>
              </a:spcBef>
              <a:buFont typeface="Arial" panose="020B0604020202020204" pitchFamily="34" charset="0"/>
              <a:buNone/>
            </a:pPr>
            <a:endParaRPr lang="en-US" altLang="zh-CN" sz="1800" dirty="0">
              <a:latin typeface="Cambria" panose="02040503050406030204" pitchFamily="18" charset="0"/>
              <a:ea typeface="SimSun" panose="02010600030101010101" pitchFamily="2" charset="-122"/>
            </a:endParaRPr>
          </a:p>
          <a:p>
            <a:pPr eaLnBrk="1" hangingPunct="1">
              <a:lnSpc>
                <a:spcPct val="70000"/>
              </a:lnSpc>
              <a:spcBef>
                <a:spcPts val="80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latin typeface="Cambria" panose="02040503050406030204" pitchFamily="18" charset="0"/>
                <a:ea typeface="SimSun" panose="02010600030101010101" pitchFamily="2" charset="-122"/>
              </a:rPr>
              <a:t>                                          </a:t>
            </a:r>
          </a:p>
          <a:p>
            <a:pPr eaLnBrk="1" hangingPunct="1">
              <a:lnSpc>
                <a:spcPct val="70000"/>
              </a:lnSpc>
              <a:spcBef>
                <a:spcPts val="80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latin typeface="Cambria" panose="02040503050406030204" pitchFamily="18" charset="0"/>
                <a:ea typeface="SimSun" panose="02010600030101010101" pitchFamily="2" charset="-122"/>
              </a:rPr>
              <a:t>                         a</a:t>
            </a:r>
          </a:p>
          <a:p>
            <a:pPr eaLnBrk="1" hangingPunct="1">
              <a:lnSpc>
                <a:spcPct val="70000"/>
              </a:lnSpc>
              <a:spcBef>
                <a:spcPts val="80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latin typeface="Cambria" panose="02040503050406030204" pitchFamily="18" charset="0"/>
                <a:ea typeface="SimSun" panose="02010600030101010101" pitchFamily="2" charset="-122"/>
              </a:rPr>
              <a:t>  </a:t>
            </a:r>
          </a:p>
        </p:txBody>
      </p:sp>
      <p:pic>
        <p:nvPicPr>
          <p:cNvPr id="7" name="table">
            <a:extLst>
              <a:ext uri="{FF2B5EF4-FFF2-40B4-BE49-F238E27FC236}">
                <a16:creationId xmlns:a16="http://schemas.microsoft.com/office/drawing/2014/main" id="{68056B25-2A8B-FD84-6F28-010768E41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9797" y="2458586"/>
            <a:ext cx="2460623" cy="473526"/>
          </a:xfrm>
          <a:prstGeom prst="rect">
            <a:avLst/>
          </a:prstGeom>
        </p:spPr>
      </p:pic>
      <p:pic>
        <p:nvPicPr>
          <p:cNvPr id="8" name="table">
            <a:extLst>
              <a:ext uri="{FF2B5EF4-FFF2-40B4-BE49-F238E27FC236}">
                <a16:creationId xmlns:a16="http://schemas.microsoft.com/office/drawing/2014/main" id="{373645E0-512D-9369-53C7-7EC442052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3775" y="5620007"/>
            <a:ext cx="3400425" cy="374650"/>
          </a:xfrm>
          <a:prstGeom prst="rect">
            <a:avLst/>
          </a:prstGeom>
        </p:spPr>
      </p:pic>
      <p:sp>
        <p:nvSpPr>
          <p:cNvPr id="9" name="Right Brace 8">
            <a:extLst>
              <a:ext uri="{FF2B5EF4-FFF2-40B4-BE49-F238E27FC236}">
                <a16:creationId xmlns:a16="http://schemas.microsoft.com/office/drawing/2014/main" id="{1FD19EC0-FFBC-6BA2-72A2-1851D25B26EB}"/>
              </a:ext>
            </a:extLst>
          </p:cNvPr>
          <p:cNvSpPr/>
          <p:nvPr/>
        </p:nvSpPr>
        <p:spPr>
          <a:xfrm rot="16200000">
            <a:off x="7179981" y="4927064"/>
            <a:ext cx="296863" cy="1085850"/>
          </a:xfrm>
          <a:prstGeom prst="rightBrace">
            <a:avLst>
              <a:gd name="adj1" fmla="val 8333"/>
              <a:gd name="adj2" fmla="val 4926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42AD3BB-3351-37ED-CE20-0EE5B852C924}"/>
              </a:ext>
            </a:extLst>
          </p:cNvPr>
          <p:cNvCxnSpPr>
            <a:endCxn id="9" idx="1"/>
          </p:cNvCxnSpPr>
          <p:nvPr/>
        </p:nvCxnSpPr>
        <p:spPr>
          <a:xfrm>
            <a:off x="7104575" y="4638932"/>
            <a:ext cx="214313" cy="682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172162C-AAD4-11FC-8420-3D09EC91925E}"/>
              </a:ext>
            </a:extLst>
          </p:cNvPr>
          <p:cNvSpPr txBox="1"/>
          <p:nvPr/>
        </p:nvSpPr>
        <p:spPr>
          <a:xfrm>
            <a:off x="6415547" y="6386680"/>
            <a:ext cx="1971369" cy="593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70000"/>
              </a:lnSpc>
              <a:spcBef>
                <a:spcPts val="80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latin typeface="Cambria" panose="02040503050406030204" pitchFamily="18" charset="0"/>
                <a:ea typeface="SimSun" panose="02010600030101010101" pitchFamily="2" charset="-122"/>
              </a:rPr>
              <a:t> junk character</a:t>
            </a:r>
          </a:p>
          <a:p>
            <a:pPr eaLnBrk="1" hangingPunct="1">
              <a:lnSpc>
                <a:spcPct val="70000"/>
              </a:lnSpc>
              <a:spcBef>
                <a:spcPts val="80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latin typeface="Cambria" panose="02040503050406030204" pitchFamily="18" charset="0"/>
                <a:ea typeface="SimSun" panose="02010600030101010101" pitchFamily="2" charset="-122"/>
              </a:rPr>
              <a:t>          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8286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5FCFC-0FBA-4A21-1439-3684BC31C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Rectangle">
            <a:extLst>
              <a:ext uri="{FF2B5EF4-FFF2-40B4-BE49-F238E27FC236}">
                <a16:creationId xmlns:a16="http://schemas.microsoft.com/office/drawing/2014/main" id="{468A940B-64F4-40BD-0986-628A5DE13018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1048623" name="Rectangle">
            <a:extLst>
              <a:ext uri="{FF2B5EF4-FFF2-40B4-BE49-F238E27FC236}">
                <a16:creationId xmlns:a16="http://schemas.microsoft.com/office/drawing/2014/main" id="{DB13724D-4F98-0178-A5D9-C4E41E282511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91" name="Group 32">
            <a:extLst>
              <a:ext uri="{FF2B5EF4-FFF2-40B4-BE49-F238E27FC236}">
                <a16:creationId xmlns:a16="http://schemas.microsoft.com/office/drawing/2014/main" id="{7BDF5721-DFD3-CE74-9256-980261770C20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1048624" name="Rectangle">
              <a:extLst>
                <a:ext uri="{FF2B5EF4-FFF2-40B4-BE49-F238E27FC236}">
                  <a16:creationId xmlns:a16="http://schemas.microsoft.com/office/drawing/2014/main" id="{9EFEF2BC-119D-DF8E-5077-F651E7CB9393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1048625" name="Rectangle">
              <a:extLst>
                <a:ext uri="{FF2B5EF4-FFF2-40B4-BE49-F238E27FC236}">
                  <a16:creationId xmlns:a16="http://schemas.microsoft.com/office/drawing/2014/main" id="{4C1ED3E1-7164-A55B-D354-E90F25C792C3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097160" name="Image" descr="Image">
              <a:extLst>
                <a:ext uri="{FF2B5EF4-FFF2-40B4-BE49-F238E27FC236}">
                  <a16:creationId xmlns:a16="http://schemas.microsoft.com/office/drawing/2014/main" id="{68A2A0D0-A3D7-D06B-F517-C9404CDB28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580D816-4B08-050A-7DD1-C3AB3648F3F6}"/>
              </a:ext>
            </a:extLst>
          </p:cNvPr>
          <p:cNvSpPr txBox="1"/>
          <p:nvPr/>
        </p:nvSpPr>
        <p:spPr>
          <a:xfrm>
            <a:off x="3032760" y="-33486"/>
            <a:ext cx="7543800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IN" altLang="en-US" b="1" dirty="0">
                <a:latin typeface="Cambria" panose="02040503050406030204" pitchFamily="18" charset="0"/>
              </a:rPr>
              <a:t>Initializing: 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</a:rPr>
              <a:t>Initialization is the process of assigning values to a variable before doing manipulation. </a:t>
            </a:r>
          </a:p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SimSun" panose="02010600030101010101" pitchFamily="2" charset="-122"/>
              </a:rPr>
              <a:t>The initialization can be done in various ways: </a:t>
            </a:r>
          </a:p>
          <a:p>
            <a:pPr eaLnBrk="1" hangingPunct="1"/>
            <a:r>
              <a:rPr lang="en-US" altLang="zh-CN" b="1" dirty="0" err="1">
                <a:latin typeface="Times New Roman" panose="02020603050405020304" pitchFamily="18" charset="0"/>
                <a:ea typeface="SimSun" panose="02010600030101010101" pitchFamily="2" charset="-122"/>
              </a:rPr>
              <a:t>i</a:t>
            </a:r>
            <a:r>
              <a:rPr lang="en-US" altLang="zh-CN" b="1" dirty="0">
                <a:latin typeface="Times New Roman" panose="02020603050405020304" pitchFamily="18" charset="0"/>
                <a:ea typeface="SimSun" panose="02010600030101010101" pitchFamily="2" charset="-122"/>
              </a:rPr>
              <a:t>. Initializing locations character by character. 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</a:rPr>
              <a:t>        char a[8]={‘A’,’C’,’H’,’A’,’R’,’Y’,’A’};  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</a:rPr>
              <a:t>        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</a:rPr>
              <a:t>     a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</a:rPr>
              <a:t>        </a:t>
            </a:r>
            <a:r>
              <a:rPr lang="en-US" altLang="zh-CN" sz="1200" dirty="0">
                <a:latin typeface="Times New Roman" panose="02020603050405020304" pitchFamily="18" charset="0"/>
                <a:ea typeface="SimSun" panose="02010600030101010101" pitchFamily="2" charset="-122"/>
              </a:rPr>
              <a:t>a[ 0]    a[1]     a[2]    a[ 3]   a[ 4]  a[ 5]     a[6]   a[ 7]</a:t>
            </a:r>
          </a:p>
          <a:p>
            <a:pPr eaLnBrk="1" hangingPunct="1"/>
            <a:endParaRPr lang="en-US" altLang="zh-CN" sz="12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SimSun" panose="02010600030101010101" pitchFamily="2" charset="-122"/>
              </a:rPr>
              <a:t>ii. Partial array initialization.</a:t>
            </a:r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</a:rPr>
              <a:t>        char a[8]={‘I’,’N’,’S’,’T’,’I’,’T’};</a:t>
            </a:r>
          </a:p>
          <a:p>
            <a:pPr eaLnBrk="1" hangingPunct="1"/>
            <a:endParaRPr lang="en-US" altLang="zh-CN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</a:rPr>
              <a:t>    a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</a:rPr>
              <a:t>         0      1      2     3     4      5     6      7 </a:t>
            </a:r>
          </a:p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SimSun" panose="02010600030101010101" pitchFamily="2" charset="-122"/>
              </a:rPr>
              <a:t>iii. Initialization without specifying the size</a:t>
            </a:r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</a:rPr>
              <a:t>.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</a:rPr>
              <a:t>         char a[]={‘A’,’C’,’H’,A’,’R’,’Y’,’A’}; </a:t>
            </a: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</a:rPr>
              <a:t>         </a:t>
            </a:r>
            <a:r>
              <a:rPr lang="en-US" altLang="zh-CN" sz="1200" dirty="0">
                <a:latin typeface="Times New Roman" panose="02020603050405020304" pitchFamily="18" charset="0"/>
                <a:ea typeface="SimSun" panose="02010600030101010101" pitchFamily="2" charset="-122"/>
              </a:rPr>
              <a:t>a[ 0]    a[1]     a[2]    a[ 3]   a[ 4]  a[ 5]     a[6]   </a:t>
            </a:r>
          </a:p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SimSun" panose="02010600030101010101" pitchFamily="2" charset="-122"/>
              </a:rPr>
              <a:t>iv. Array initialization with a string.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</a:rPr>
              <a:t>         char a[]=”ACHARYA”; </a:t>
            </a:r>
          </a:p>
          <a:p>
            <a:pPr eaLnBrk="1" hangingPunct="1"/>
            <a:endParaRPr lang="en-US" altLang="zh-CN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</a:rPr>
              <a:t>         </a:t>
            </a:r>
            <a:r>
              <a:rPr lang="en-US" altLang="zh-CN" sz="1200" dirty="0">
                <a:latin typeface="Times New Roman" panose="02020603050405020304" pitchFamily="18" charset="0"/>
                <a:ea typeface="SimSun" panose="02010600030101010101" pitchFamily="2" charset="-122"/>
              </a:rPr>
              <a:t>a[ 0]    a[1]     a[2]    a[ 3]   a[ 4]  a[ 5]     a[6]   a[ 7]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A4C7C8-913A-CB9C-4342-D9EB213B8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1079" y="1803082"/>
            <a:ext cx="33829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C8458E2-6535-1F6F-7143-9BBDE37744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1079" y="3423918"/>
            <a:ext cx="338296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5FEFDCE-B5B3-BCCE-4DD0-04EE067131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84" r="12614" b="2"/>
          <a:stretch>
            <a:fillRect/>
          </a:stretch>
        </p:blipFill>
        <p:spPr bwMode="auto">
          <a:xfrm>
            <a:off x="3551079" y="4723522"/>
            <a:ext cx="2957512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2FB7EA8-7D5A-A276-477D-80DB13B06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9026" y="5994231"/>
            <a:ext cx="3430588" cy="33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4861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1D3FB-5FEA-5954-9C72-972E4E3DA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Rectangle">
            <a:extLst>
              <a:ext uri="{FF2B5EF4-FFF2-40B4-BE49-F238E27FC236}">
                <a16:creationId xmlns:a16="http://schemas.microsoft.com/office/drawing/2014/main" id="{90BA5017-A5C4-A7A4-1985-ACD2EB8E4B03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1048623" name="Rectangle">
            <a:extLst>
              <a:ext uri="{FF2B5EF4-FFF2-40B4-BE49-F238E27FC236}">
                <a16:creationId xmlns:a16="http://schemas.microsoft.com/office/drawing/2014/main" id="{09FD4FC5-0DCA-ADCB-1BC0-BA4D1FB68D46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91" name="Group 32">
            <a:extLst>
              <a:ext uri="{FF2B5EF4-FFF2-40B4-BE49-F238E27FC236}">
                <a16:creationId xmlns:a16="http://schemas.microsoft.com/office/drawing/2014/main" id="{79D7C197-C1F4-D077-13E4-4646D2FE434C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1048624" name="Rectangle">
              <a:extLst>
                <a:ext uri="{FF2B5EF4-FFF2-40B4-BE49-F238E27FC236}">
                  <a16:creationId xmlns:a16="http://schemas.microsoft.com/office/drawing/2014/main" id="{2F870C7B-D068-B124-3620-8F97DE7544B7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1048625" name="Rectangle">
              <a:extLst>
                <a:ext uri="{FF2B5EF4-FFF2-40B4-BE49-F238E27FC236}">
                  <a16:creationId xmlns:a16="http://schemas.microsoft.com/office/drawing/2014/main" id="{18615EBA-CD74-EE18-A5E8-0CFF74C3C2A3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097160" name="Image" descr="Image">
              <a:extLst>
                <a:ext uri="{FF2B5EF4-FFF2-40B4-BE49-F238E27FC236}">
                  <a16:creationId xmlns:a16="http://schemas.microsoft.com/office/drawing/2014/main" id="{41743999-8930-EE9C-6063-1E06D2FD5F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782474F6-CABC-EF2B-6A60-96C5765235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9007" y="52388"/>
            <a:ext cx="5392765" cy="7078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sz="2000" b="1" u="sng" dirty="0">
              <a:latin typeface="Cambria" panose="020405030504060302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altLang="zh-CN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910482-13EA-3454-65B9-DC1323259EBB}"/>
              </a:ext>
            </a:extLst>
          </p:cNvPr>
          <p:cNvSpPr txBox="1"/>
          <p:nvPr/>
        </p:nvSpPr>
        <p:spPr>
          <a:xfrm>
            <a:off x="3032760" y="473006"/>
            <a:ext cx="610616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en-US" altLang="zh-CN" b="1" dirty="0">
                <a:latin typeface="Cambria" panose="02040503050406030204" pitchFamily="18" charset="0"/>
                <a:ea typeface="SimSun" panose="02010600030101010101" pitchFamily="2" charset="-122"/>
              </a:rPr>
              <a:t>String input/output functions</a:t>
            </a:r>
          </a:p>
          <a:p>
            <a:pPr algn="just" eaLnBrk="1" hangingPunct="1"/>
            <a:endParaRPr lang="en-US" altLang="zh-CN" dirty="0">
              <a:latin typeface="Cambria" panose="02040503050406030204" pitchFamily="18" charset="0"/>
              <a:ea typeface="SimSun" panose="02010600030101010101" pitchFamily="2" charset="-122"/>
            </a:endParaRPr>
          </a:p>
          <a:p>
            <a:pPr algn="just" eaLnBrk="1" hangingPunct="1"/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The various I/O functions associated with strings can be classified as below. </a:t>
            </a:r>
          </a:p>
          <a:p>
            <a:pPr algn="just" eaLnBrk="1" hangingPunct="1"/>
            <a:endParaRPr lang="en-US" altLang="zh-CN" b="1" dirty="0">
              <a:latin typeface="Cambria" panose="02040503050406030204" pitchFamily="18" charset="0"/>
              <a:ea typeface="SimSun" panose="02010600030101010101" pitchFamily="2" charset="-122"/>
            </a:endParaRPr>
          </a:p>
          <a:p>
            <a:pPr algn="just" eaLnBrk="1" hangingPunct="1"/>
            <a:r>
              <a:rPr lang="en-IN" altLang="en-US" sz="1800" dirty="0" err="1">
                <a:latin typeface="Cambria" panose="02040503050406030204" pitchFamily="18" charset="0"/>
              </a:rPr>
              <a:t>i</a:t>
            </a:r>
            <a:r>
              <a:rPr lang="en-IN" altLang="en-US" sz="1800" dirty="0">
                <a:latin typeface="Cambria" panose="02040503050406030204" pitchFamily="18" charset="0"/>
              </a:rPr>
              <a:t>.  Formatted input function -Ex: </a:t>
            </a:r>
            <a:r>
              <a:rPr lang="en-IN" altLang="en-US" sz="1800" dirty="0" err="1">
                <a:latin typeface="Cambria" panose="02040503050406030204" pitchFamily="18" charset="0"/>
              </a:rPr>
              <a:t>scanf</a:t>
            </a:r>
            <a:r>
              <a:rPr lang="en-IN" altLang="en-US" sz="1800" dirty="0">
                <a:latin typeface="Cambria" panose="02040503050406030204" pitchFamily="18" charset="0"/>
              </a:rPr>
              <a:t>() </a:t>
            </a:r>
          </a:p>
          <a:p>
            <a:pPr algn="just" eaLnBrk="1" hangingPunct="1"/>
            <a:r>
              <a:rPr lang="en-IN" altLang="en-US" sz="1800" dirty="0">
                <a:latin typeface="Cambria" panose="02040503050406030204" pitchFamily="18" charset="0"/>
              </a:rPr>
              <a:t>ii. Formatted output function -Ex: </a:t>
            </a:r>
            <a:r>
              <a:rPr lang="en-IN" altLang="en-US" sz="1800" dirty="0" err="1">
                <a:latin typeface="Cambria" panose="02040503050406030204" pitchFamily="18" charset="0"/>
              </a:rPr>
              <a:t>printf</a:t>
            </a:r>
            <a:r>
              <a:rPr lang="en-IN" altLang="en-US" sz="1800" dirty="0">
                <a:latin typeface="Cambria" panose="02040503050406030204" pitchFamily="18" charset="0"/>
              </a:rPr>
              <a:t>() </a:t>
            </a:r>
          </a:p>
          <a:p>
            <a:pPr algn="just" eaLnBrk="1" hangingPunct="1"/>
            <a:r>
              <a:rPr lang="en-IN" altLang="en-US" sz="1800" dirty="0">
                <a:latin typeface="Cambria" panose="02040503050406030204" pitchFamily="18" charset="0"/>
              </a:rPr>
              <a:t>iii. Unformatted input function -Ex: gets() 	</a:t>
            </a:r>
          </a:p>
          <a:p>
            <a:pPr algn="just" eaLnBrk="1" hangingPunct="1"/>
            <a:r>
              <a:rPr lang="en-IN" altLang="en-US" sz="1800" dirty="0">
                <a:latin typeface="Cambria" panose="02040503050406030204" pitchFamily="18" charset="0"/>
              </a:rPr>
              <a:t>iv. Unformatted output function- Ex: puts() </a:t>
            </a:r>
          </a:p>
          <a:p>
            <a:pPr algn="just" eaLnBrk="1" hangingPunct="1"/>
            <a:endParaRPr lang="en-IN" altLang="en-US" sz="1800" dirty="0">
              <a:latin typeface="Cambria" panose="02040503050406030204" pitchFamily="18" charset="0"/>
            </a:endParaRPr>
          </a:p>
          <a:p>
            <a:pPr algn="just" eaLnBrk="1" hangingPunct="1"/>
            <a:r>
              <a:rPr lang="en-IN" altLang="en-US" sz="1800" b="1" dirty="0" err="1">
                <a:latin typeface="Cambria" panose="02040503050406030204" pitchFamily="18" charset="0"/>
              </a:rPr>
              <a:t>i</a:t>
            </a:r>
            <a:r>
              <a:rPr lang="en-IN" altLang="en-US" sz="1800" b="1" dirty="0">
                <a:latin typeface="Cambria" panose="02040503050406030204" pitchFamily="18" charset="0"/>
              </a:rPr>
              <a:t>.  Formatted input function -</a:t>
            </a:r>
            <a:r>
              <a:rPr lang="en-IN" altLang="en-US" sz="1800" b="1" dirty="0" err="1">
                <a:latin typeface="Cambria" panose="02040503050406030204" pitchFamily="18" charset="0"/>
              </a:rPr>
              <a:t>scanf</a:t>
            </a:r>
            <a:r>
              <a:rPr lang="en-IN" altLang="en-US" sz="1800" b="1" dirty="0">
                <a:latin typeface="Cambria" panose="02040503050406030204" pitchFamily="18" charset="0"/>
              </a:rPr>
              <a:t>() </a:t>
            </a:r>
          </a:p>
          <a:p>
            <a:pPr algn="just" eaLnBrk="1" hangingPunct="1"/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     </a:t>
            </a:r>
          </a:p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  String conversion code (%s)</a:t>
            </a:r>
          </a:p>
          <a:p>
            <a:pPr algn="just" eaLnBrk="1" hangingPunct="1"/>
            <a:endParaRPr lang="en-US" altLang="zh-CN" dirty="0">
              <a:latin typeface="Cambria" panose="02040503050406030204" pitchFamily="18" charset="0"/>
              <a:ea typeface="SimSun" panose="02010600030101010101" pitchFamily="2" charset="-122"/>
            </a:endParaRPr>
          </a:p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  The edit set conversion code(%[…] or %[^\n])</a:t>
            </a:r>
          </a:p>
          <a:p>
            <a:pPr algn="just" eaLnBrk="1" hangingPunct="1"/>
            <a:endParaRPr lang="en-US" altLang="zh-CN" dirty="0">
              <a:latin typeface="Cambria" panose="02040503050406030204" pitchFamily="18" charset="0"/>
              <a:ea typeface="SimSun" panose="02010600030101010101" pitchFamily="2" charset="-122"/>
            </a:endParaRPr>
          </a:p>
          <a:p>
            <a:pPr algn="just" eaLnBrk="1" hangingPunct="1"/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Example:   </a:t>
            </a:r>
          </a:p>
          <a:p>
            <a:pPr algn="just" eaLnBrk="1" hangingPunct="1"/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	char s1[15]; </a:t>
            </a:r>
          </a:p>
          <a:p>
            <a:pPr algn="just" eaLnBrk="1" hangingPunct="1"/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	 </a:t>
            </a:r>
            <a:r>
              <a:rPr lang="en-US" altLang="zh-CN" dirty="0" err="1">
                <a:latin typeface="Cambria" panose="02040503050406030204" pitchFamily="18" charset="0"/>
                <a:ea typeface="SimSun" panose="02010600030101010101" pitchFamily="2" charset="-122"/>
              </a:rPr>
              <a:t>scanf</a:t>
            </a:r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(“%s”,s1);</a:t>
            </a:r>
          </a:p>
          <a:p>
            <a:pPr algn="just" eaLnBrk="1" hangingPunct="1"/>
            <a:endParaRPr lang="en-US" altLang="zh-CN" dirty="0">
              <a:latin typeface="Cambria" panose="02040503050406030204" pitchFamily="18" charset="0"/>
              <a:ea typeface="SimSun" panose="02010600030101010101" pitchFamily="2" charset="-122"/>
            </a:endParaRPr>
          </a:p>
          <a:p>
            <a:pPr algn="just" eaLnBrk="1" hangingPunct="1"/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If the input through the keyboard is: </a:t>
            </a:r>
          </a:p>
          <a:p>
            <a:pPr algn="just" eaLnBrk="1" hangingPunct="1"/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                   RAMA KRISHNA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7775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EBBCA-1453-1078-6029-CCFAEC79A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Rectangle">
            <a:extLst>
              <a:ext uri="{FF2B5EF4-FFF2-40B4-BE49-F238E27FC236}">
                <a16:creationId xmlns:a16="http://schemas.microsoft.com/office/drawing/2014/main" id="{B768D66D-5139-CCF9-4106-26A509FE141A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1048623" name="Rectangle">
            <a:extLst>
              <a:ext uri="{FF2B5EF4-FFF2-40B4-BE49-F238E27FC236}">
                <a16:creationId xmlns:a16="http://schemas.microsoft.com/office/drawing/2014/main" id="{5C872F65-AE99-9525-3878-7D526925FB51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91" name="Group 32">
            <a:extLst>
              <a:ext uri="{FF2B5EF4-FFF2-40B4-BE49-F238E27FC236}">
                <a16:creationId xmlns:a16="http://schemas.microsoft.com/office/drawing/2014/main" id="{956ACCB7-734C-4547-ECB9-088C3A0AAFA4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1048624" name="Rectangle">
              <a:extLst>
                <a:ext uri="{FF2B5EF4-FFF2-40B4-BE49-F238E27FC236}">
                  <a16:creationId xmlns:a16="http://schemas.microsoft.com/office/drawing/2014/main" id="{D413A905-90CE-6FB8-E776-72D13D742D11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1048625" name="Rectangle">
              <a:extLst>
                <a:ext uri="{FF2B5EF4-FFF2-40B4-BE49-F238E27FC236}">
                  <a16:creationId xmlns:a16="http://schemas.microsoft.com/office/drawing/2014/main" id="{321355AE-D537-768F-0FFE-6E6E383569E1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097160" name="Image" descr="Image">
              <a:extLst>
                <a:ext uri="{FF2B5EF4-FFF2-40B4-BE49-F238E27FC236}">
                  <a16:creationId xmlns:a16="http://schemas.microsoft.com/office/drawing/2014/main" id="{2BFB4484-612C-672B-575D-DB58C8D113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D484C65A-A917-9C17-92ED-8C5A2F496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9007" y="52388"/>
            <a:ext cx="5392765" cy="7078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sz="2000" b="1" u="sng" dirty="0">
              <a:latin typeface="Cambria" panose="020405030504060302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altLang="zh-CN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2" name="Text Placeholder 42">
            <a:extLst>
              <a:ext uri="{FF2B5EF4-FFF2-40B4-BE49-F238E27FC236}">
                <a16:creationId xmlns:a16="http://schemas.microsoft.com/office/drawing/2014/main" id="{AAAC728B-0287-AB76-61BC-0532BAACE6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240" y="1048069"/>
            <a:ext cx="7969532" cy="3381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sz="2000" b="1" u="sng" dirty="0">
              <a:latin typeface="Cambria" panose="020405030504060302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altLang="zh-CN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D56955-499F-F0A6-EDA9-2A284DB9E006}"/>
              </a:ext>
            </a:extLst>
          </p:cNvPr>
          <p:cNvSpPr txBox="1"/>
          <p:nvPr/>
        </p:nvSpPr>
        <p:spPr>
          <a:xfrm>
            <a:off x="3042920" y="3675579"/>
            <a:ext cx="61061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en-US" altLang="zh-CN" b="1" dirty="0">
                <a:latin typeface="Cambria" panose="02040503050406030204" pitchFamily="18" charset="0"/>
                <a:ea typeface="SimSun" panose="02010600030101010101" pitchFamily="2" charset="-122"/>
              </a:rPr>
              <a:t>Edit set conversion code[%[…])</a:t>
            </a:r>
          </a:p>
          <a:p>
            <a:pPr algn="just" eaLnBrk="1" hangingPunct="1"/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Advantage using edit set conversion code, it is possible to enter a line of text with white spaces.</a:t>
            </a:r>
          </a:p>
          <a:p>
            <a:pPr algn="just" eaLnBrk="1" hangingPunct="1"/>
            <a:endParaRPr lang="en-US" altLang="zh-CN" dirty="0">
              <a:latin typeface="Cambria" panose="02040503050406030204" pitchFamily="18" charset="0"/>
              <a:ea typeface="SimSun" panose="02010600030101010101" pitchFamily="2" charset="-122"/>
            </a:endParaRPr>
          </a:p>
          <a:p>
            <a:pPr algn="just" eaLnBrk="1" hangingPunct="1"/>
            <a:r>
              <a:rPr lang="en-US" altLang="zh-CN" b="1" dirty="0">
                <a:latin typeface="Cambria" panose="02040503050406030204" pitchFamily="18" charset="0"/>
                <a:ea typeface="SimSun" panose="02010600030101010101" pitchFamily="2" charset="-122"/>
              </a:rPr>
              <a:t>The syntax :</a:t>
            </a:r>
          </a:p>
          <a:p>
            <a:pPr algn="just" eaLnBrk="1" hangingPunct="1"/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              </a:t>
            </a:r>
            <a:r>
              <a:rPr lang="en-US" altLang="zh-CN" dirty="0" err="1">
                <a:latin typeface="Cambria" panose="02040503050406030204" pitchFamily="18" charset="0"/>
                <a:ea typeface="SimSun" panose="02010600030101010101" pitchFamily="2" charset="-122"/>
              </a:rPr>
              <a:t>scanf</a:t>
            </a:r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(“%[….]”,str);      </a:t>
            </a:r>
          </a:p>
          <a:p>
            <a:pPr algn="just" eaLnBrk="1" hangingPunct="1"/>
            <a:endParaRPr lang="en-US" altLang="zh-CN" dirty="0">
              <a:latin typeface="Cambria" panose="02040503050406030204" pitchFamily="18" charset="0"/>
              <a:ea typeface="SimSun" panose="02010600030101010101" pitchFamily="2" charset="-122"/>
            </a:endParaRPr>
          </a:p>
          <a:p>
            <a:pPr algn="just" eaLnBrk="1" hangingPunct="1"/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              </a:t>
            </a:r>
            <a:r>
              <a:rPr lang="en-US" altLang="zh-CN" dirty="0" err="1">
                <a:latin typeface="Cambria" panose="02040503050406030204" pitchFamily="18" charset="0"/>
                <a:ea typeface="SimSun" panose="02010600030101010101" pitchFamily="2" charset="-122"/>
              </a:rPr>
              <a:t>scanf</a:t>
            </a:r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(“%[^\n]”,str);  /* read all character except \n*/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62F3CC01-FBB8-5F98-F5F9-E987A2781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6013" y="259834"/>
            <a:ext cx="5018088" cy="31691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0244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76A90-42F8-C66E-5CCC-0C4BB6409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Rectangle">
            <a:extLst>
              <a:ext uri="{FF2B5EF4-FFF2-40B4-BE49-F238E27FC236}">
                <a16:creationId xmlns:a16="http://schemas.microsoft.com/office/drawing/2014/main" id="{8E2F9F98-1E11-F4DF-637F-CFECD5602AB5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1048623" name="Rectangle">
            <a:extLst>
              <a:ext uri="{FF2B5EF4-FFF2-40B4-BE49-F238E27FC236}">
                <a16:creationId xmlns:a16="http://schemas.microsoft.com/office/drawing/2014/main" id="{0D5D7095-0271-3CCF-58CD-ED3712E46490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91" name="Group 32">
            <a:extLst>
              <a:ext uri="{FF2B5EF4-FFF2-40B4-BE49-F238E27FC236}">
                <a16:creationId xmlns:a16="http://schemas.microsoft.com/office/drawing/2014/main" id="{99D14F78-2B2D-B2EB-5CFB-2AFAF42E6F84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1048624" name="Rectangle">
              <a:extLst>
                <a:ext uri="{FF2B5EF4-FFF2-40B4-BE49-F238E27FC236}">
                  <a16:creationId xmlns:a16="http://schemas.microsoft.com/office/drawing/2014/main" id="{6E43CD6C-1534-4C72-4A38-FC750866BF29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1048625" name="Rectangle">
              <a:extLst>
                <a:ext uri="{FF2B5EF4-FFF2-40B4-BE49-F238E27FC236}">
                  <a16:creationId xmlns:a16="http://schemas.microsoft.com/office/drawing/2014/main" id="{EE5F7D50-306C-AEB4-6957-8183BDACB116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097160" name="Image" descr="Image">
              <a:extLst>
                <a:ext uri="{FF2B5EF4-FFF2-40B4-BE49-F238E27FC236}">
                  <a16:creationId xmlns:a16="http://schemas.microsoft.com/office/drawing/2014/main" id="{7734BD37-FB19-9934-54D6-AEE4348D3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006B5B6B-776E-5F4E-E8D6-BDED8BDC3C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9007" y="52388"/>
            <a:ext cx="5392765" cy="7078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sz="2000" b="1" u="sng" dirty="0">
              <a:latin typeface="Cambria" panose="020405030504060302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altLang="zh-CN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E035E4-2FEC-148A-369E-CF157C7F9B2B}"/>
              </a:ext>
            </a:extLst>
          </p:cNvPr>
          <p:cNvSpPr txBox="1"/>
          <p:nvPr/>
        </p:nvSpPr>
        <p:spPr>
          <a:xfrm>
            <a:off x="3032760" y="473006"/>
            <a:ext cx="682244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en-US" altLang="zh-CN" b="1" dirty="0">
                <a:latin typeface="Cambria" panose="02040503050406030204" pitchFamily="18" charset="0"/>
                <a:ea typeface="SimSun" panose="02010600030101010101" pitchFamily="2" charset="-122"/>
              </a:rPr>
              <a:t>ii. Formatted Output function-</a:t>
            </a:r>
            <a:r>
              <a:rPr lang="en-US" altLang="zh-CN" b="1" dirty="0" err="1">
                <a:latin typeface="Cambria" panose="02040503050406030204" pitchFamily="18" charset="0"/>
                <a:ea typeface="SimSun" panose="02010600030101010101" pitchFamily="2" charset="-122"/>
              </a:rPr>
              <a:t>printf</a:t>
            </a:r>
            <a:r>
              <a:rPr lang="en-US" altLang="zh-CN" b="1" dirty="0">
                <a:latin typeface="Cambria" panose="02040503050406030204" pitchFamily="18" charset="0"/>
                <a:ea typeface="SimSun" panose="02010600030101010101" pitchFamily="2" charset="-122"/>
              </a:rPr>
              <a:t>()</a:t>
            </a:r>
          </a:p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en-US" altLang="zh-CN" dirty="0">
                <a:ea typeface="SimSun" panose="02010600030101010101" pitchFamily="2" charset="-122"/>
              </a:rPr>
              <a:t>The </a:t>
            </a:r>
            <a:r>
              <a:rPr lang="en-US" altLang="zh-CN" dirty="0" err="1">
                <a:ea typeface="SimSun" panose="02010600030101010101" pitchFamily="2" charset="-122"/>
              </a:rPr>
              <a:t>printf</a:t>
            </a:r>
            <a:r>
              <a:rPr lang="en-US" altLang="zh-CN" dirty="0">
                <a:ea typeface="SimSun" panose="02010600030101010101" pitchFamily="2" charset="-122"/>
              </a:rPr>
              <a:t> function with %s can be used to display an array of characters that is terminated by the null character.</a:t>
            </a:r>
            <a:endParaRPr lang="en-IN" altLang="en-US" dirty="0"/>
          </a:p>
          <a:p>
            <a:pPr algn="just" eaLnBrk="1" hangingPunct="1"/>
            <a:endParaRPr lang="en-US" altLang="zh-CN" dirty="0">
              <a:latin typeface="Cambria" panose="02040503050406030204" pitchFamily="18" charset="0"/>
              <a:ea typeface="SimSun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Example:</a:t>
            </a:r>
            <a:endParaRPr lang="en-IN" altLang="en-US" dirty="0"/>
          </a:p>
          <a:p>
            <a:pPr algn="just" eaLnBrk="1" hangingPunct="1"/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              </a:t>
            </a:r>
            <a:r>
              <a:rPr lang="en-US" altLang="zh-CN" dirty="0" err="1">
                <a:latin typeface="Cambria" panose="02040503050406030204" pitchFamily="18" charset="0"/>
                <a:ea typeface="SimSun" panose="02010600030101010101" pitchFamily="2" charset="-122"/>
              </a:rPr>
              <a:t>printf</a:t>
            </a:r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(“%</a:t>
            </a:r>
            <a:r>
              <a:rPr lang="en-US" altLang="zh-CN" dirty="0" err="1">
                <a:latin typeface="Cambria" panose="02040503050406030204" pitchFamily="18" charset="0"/>
                <a:ea typeface="SimSun" panose="02010600030101010101" pitchFamily="2" charset="-122"/>
              </a:rPr>
              <a:t>s”,text</a:t>
            </a:r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);</a:t>
            </a:r>
          </a:p>
          <a:p>
            <a:pPr algn="just" eaLnBrk="1" hangingPunct="1"/>
            <a:endParaRPr lang="en-US" altLang="zh-CN" dirty="0">
              <a:latin typeface="Cambria" panose="02040503050406030204" pitchFamily="18" charset="0"/>
              <a:ea typeface="SimSun" panose="02010600030101010101" pitchFamily="2" charset="-122"/>
            </a:endParaRPr>
          </a:p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en-US" altLang="zh-CN" dirty="0">
                <a:ea typeface="SimSun" panose="02010600030101010101" pitchFamily="2" charset="-122"/>
              </a:rPr>
              <a:t>Can be used to display the entire contents of the array name. </a:t>
            </a:r>
          </a:p>
          <a:p>
            <a:pPr algn="just" eaLnBrk="1" hangingPunct="1"/>
            <a:endParaRPr lang="en-US" altLang="zh-CN" dirty="0">
              <a:latin typeface="Cambria" panose="02040503050406030204" pitchFamily="18" charset="0"/>
              <a:ea typeface="SimSun" panose="02010600030101010101" pitchFamily="2" charset="-122"/>
            </a:endParaRPr>
          </a:p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en-US" altLang="zh-CN" dirty="0">
                <a:ea typeface="SimSun" panose="02010600030101010101" pitchFamily="2" charset="-122"/>
              </a:rPr>
              <a:t>We can also specify the precision with which the array is displayed.</a:t>
            </a:r>
          </a:p>
          <a:p>
            <a:pPr algn="just" eaLnBrk="1" hangingPunct="1"/>
            <a:r>
              <a:rPr lang="en-US" altLang="zh-CN" dirty="0">
                <a:ea typeface="SimSun" panose="02010600030101010101" pitchFamily="2" charset="-122"/>
              </a:rPr>
              <a:t> 	For example, the specification</a:t>
            </a:r>
            <a:endParaRPr lang="en-IN" altLang="en-US" dirty="0"/>
          </a:p>
          <a:p>
            <a:pPr algn="just" eaLnBrk="1" hangingPunct="1"/>
            <a:endParaRPr lang="en-US" altLang="zh-CN" dirty="0">
              <a:latin typeface="Cambria" panose="02040503050406030204" pitchFamily="18" charset="0"/>
              <a:ea typeface="SimSun" panose="02010600030101010101" pitchFamily="2" charset="-122"/>
            </a:endParaRPr>
          </a:p>
          <a:p>
            <a:pPr algn="just" eaLnBrk="1" hangingPunct="1"/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 	</a:t>
            </a:r>
            <a:r>
              <a:rPr lang="en-US" altLang="zh-CN" dirty="0" err="1">
                <a:latin typeface="Cambria" panose="02040503050406030204" pitchFamily="18" charset="0"/>
                <a:ea typeface="SimSun" panose="02010600030101010101" pitchFamily="2" charset="-122"/>
              </a:rPr>
              <a:t>printf</a:t>
            </a:r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(“%12.4s”,text);</a:t>
            </a:r>
          </a:p>
          <a:p>
            <a:pPr algn="just" eaLnBrk="1" hangingPunct="1"/>
            <a:endParaRPr lang="en-US" altLang="zh-CN" b="1" dirty="0">
              <a:latin typeface="Cambria" panose="02040503050406030204" pitchFamily="18" charset="0"/>
              <a:ea typeface="SimSun" panose="02010600030101010101" pitchFamily="2" charset="-122"/>
            </a:endParaRPr>
          </a:p>
          <a:p>
            <a:pPr algn="just" eaLnBrk="1" hangingPunct="1"/>
            <a:r>
              <a:rPr lang="en-US" altLang="zh-CN" dirty="0">
                <a:ea typeface="SimSun" panose="02010600030101010101" pitchFamily="2" charset="-122"/>
              </a:rPr>
              <a:t>indicates that the first four characters are to printed in a field width of 12 columns.</a:t>
            </a:r>
          </a:p>
          <a:p>
            <a:pPr algn="just" eaLnBrk="1" hangingPunct="1"/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	</a:t>
            </a:r>
          </a:p>
          <a:p>
            <a:pPr algn="just" eaLnBrk="1" hangingPunct="1"/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	</a:t>
            </a:r>
            <a:r>
              <a:rPr lang="en-US" altLang="zh-CN" dirty="0" err="1">
                <a:latin typeface="Cambria" panose="02040503050406030204" pitchFamily="18" charset="0"/>
                <a:ea typeface="SimSun" panose="02010600030101010101" pitchFamily="2" charset="-122"/>
              </a:rPr>
              <a:t>printf</a:t>
            </a:r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(“%-10.4s”,text);</a:t>
            </a:r>
          </a:p>
          <a:p>
            <a:pPr algn="just" eaLnBrk="1" hangingPunct="1"/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If we include the minus sign in the specification the string will be printed left-justified.</a:t>
            </a:r>
            <a:endParaRPr lang="en-US" altLang="zh-CN" b="1" dirty="0">
              <a:ea typeface="SimSun" panose="02010600030101010101" pitchFamily="2" charset="-122"/>
            </a:endParaRPr>
          </a:p>
          <a:p>
            <a:pPr algn="just" eaLnBrk="1" hangingPunct="1"/>
            <a:endParaRPr lang="en-IN" altLang="en-US" b="1" dirty="0"/>
          </a:p>
        </p:txBody>
      </p:sp>
    </p:spTree>
    <p:extLst>
      <p:ext uri="{BB962C8B-B14F-4D97-AF65-F5344CB8AC3E}">
        <p14:creationId xmlns:p14="http://schemas.microsoft.com/office/powerpoint/2010/main" val="3897266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F6F07-0FCB-F310-7289-7350185CE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Rectangle">
            <a:extLst>
              <a:ext uri="{FF2B5EF4-FFF2-40B4-BE49-F238E27FC236}">
                <a16:creationId xmlns:a16="http://schemas.microsoft.com/office/drawing/2014/main" id="{FD460779-5DA9-BE8C-CE44-4B995FADD5DE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1048623" name="Rectangle">
            <a:extLst>
              <a:ext uri="{FF2B5EF4-FFF2-40B4-BE49-F238E27FC236}">
                <a16:creationId xmlns:a16="http://schemas.microsoft.com/office/drawing/2014/main" id="{7AE7090F-688D-597F-94DC-D3D9E523E8B2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91" name="Group 32">
            <a:extLst>
              <a:ext uri="{FF2B5EF4-FFF2-40B4-BE49-F238E27FC236}">
                <a16:creationId xmlns:a16="http://schemas.microsoft.com/office/drawing/2014/main" id="{39A2EAA4-AD2D-709E-3DAC-72244D0927B5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1048624" name="Rectangle">
              <a:extLst>
                <a:ext uri="{FF2B5EF4-FFF2-40B4-BE49-F238E27FC236}">
                  <a16:creationId xmlns:a16="http://schemas.microsoft.com/office/drawing/2014/main" id="{02657118-3555-555B-99E6-07B85B0CD044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1048625" name="Rectangle">
              <a:extLst>
                <a:ext uri="{FF2B5EF4-FFF2-40B4-BE49-F238E27FC236}">
                  <a16:creationId xmlns:a16="http://schemas.microsoft.com/office/drawing/2014/main" id="{0DE161FF-204B-6F0D-076D-540567B2BFAA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097160" name="Image" descr="Image">
              <a:extLst>
                <a:ext uri="{FF2B5EF4-FFF2-40B4-BE49-F238E27FC236}">
                  <a16:creationId xmlns:a16="http://schemas.microsoft.com/office/drawing/2014/main" id="{97467D8C-AD83-856F-AC22-A4CD3BF7ED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96E29960-4C44-2250-7A3E-7A82600BC8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9007" y="52388"/>
            <a:ext cx="5392765" cy="7078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sz="2000" b="1" u="sng" dirty="0">
              <a:latin typeface="Cambria" panose="020405030504060302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altLang="zh-CN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98408F-4306-B03D-1D47-F734EFC219A1}"/>
              </a:ext>
            </a:extLst>
          </p:cNvPr>
          <p:cNvSpPr txBox="1"/>
          <p:nvPr/>
        </p:nvSpPr>
        <p:spPr>
          <a:xfrm>
            <a:off x="3029674" y="333348"/>
            <a:ext cx="6105644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en-US" altLang="zh-CN" b="1" dirty="0">
                <a:ea typeface="SimSun" panose="02010600030101010101" pitchFamily="2" charset="-122"/>
              </a:rPr>
              <a:t>/*Program to read a series of words using </a:t>
            </a:r>
            <a:r>
              <a:rPr lang="en-US" altLang="zh-CN" b="1" dirty="0" err="1">
                <a:ea typeface="SimSun" panose="02010600030101010101" pitchFamily="2" charset="-122"/>
              </a:rPr>
              <a:t>scanf</a:t>
            </a:r>
            <a:r>
              <a:rPr lang="en-US" altLang="zh-CN" b="1" dirty="0">
                <a:ea typeface="SimSun" panose="02010600030101010101" pitchFamily="2" charset="-122"/>
              </a:rPr>
              <a:t> function*/</a:t>
            </a:r>
          </a:p>
          <a:p>
            <a:pPr algn="just" eaLnBrk="1" hangingPunct="1"/>
            <a:endParaRPr lang="en-US" altLang="zh-CN" b="1" dirty="0">
              <a:ea typeface="SimSun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main()</a:t>
            </a:r>
            <a:endParaRPr lang="en-IN" altLang="en-US" dirty="0"/>
          </a:p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{</a:t>
            </a:r>
            <a:endParaRPr lang="en-IN" altLang="en-US" dirty="0"/>
          </a:p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char text1[50],text2[50],text3[50],text4[50];</a:t>
            </a:r>
            <a:endParaRPr lang="en-IN" altLang="en-US" dirty="0"/>
          </a:p>
          <a:p>
            <a:pPr eaLnBrk="1" hangingPunct="1"/>
            <a:r>
              <a:rPr lang="en-US" altLang="zh-CN" dirty="0" err="1">
                <a:ea typeface="SimSun" panose="02010600030101010101" pitchFamily="2" charset="-122"/>
              </a:rPr>
              <a:t>printf</a:t>
            </a:r>
            <a:r>
              <a:rPr lang="en-US" altLang="zh-CN" dirty="0">
                <a:ea typeface="SimSun" panose="02010600030101010101" pitchFamily="2" charset="-122"/>
              </a:rPr>
              <a:t>(“Enter text:\n”);</a:t>
            </a:r>
            <a:endParaRPr lang="en-IN" altLang="en-US" dirty="0"/>
          </a:p>
          <a:p>
            <a:pPr eaLnBrk="1" hangingPunct="1"/>
            <a:r>
              <a:rPr lang="en-US" altLang="zh-CN" dirty="0" err="1">
                <a:ea typeface="SimSun" panose="02010600030101010101" pitchFamily="2" charset="-122"/>
              </a:rPr>
              <a:t>scanf</a:t>
            </a:r>
            <a:r>
              <a:rPr lang="en-US" altLang="zh-CN" dirty="0">
                <a:ea typeface="SimSun" panose="02010600030101010101" pitchFamily="2" charset="-122"/>
              </a:rPr>
              <a:t>(“%s %s”, text1,text2);</a:t>
            </a:r>
            <a:endParaRPr lang="en-IN" altLang="en-US" dirty="0"/>
          </a:p>
          <a:p>
            <a:pPr eaLnBrk="1" hangingPunct="1"/>
            <a:r>
              <a:rPr lang="en-US" altLang="zh-CN" dirty="0" err="1">
                <a:ea typeface="SimSun" panose="02010600030101010101" pitchFamily="2" charset="-122"/>
              </a:rPr>
              <a:t>scanf</a:t>
            </a:r>
            <a:r>
              <a:rPr lang="en-US" altLang="zh-CN" dirty="0">
                <a:ea typeface="SimSun" panose="02010600030101010101" pitchFamily="2" charset="-122"/>
              </a:rPr>
              <a:t>(“%s”, text3);</a:t>
            </a:r>
            <a:endParaRPr lang="en-IN" altLang="en-US" dirty="0"/>
          </a:p>
          <a:p>
            <a:pPr eaLnBrk="1" hangingPunct="1"/>
            <a:r>
              <a:rPr lang="en-US" altLang="zh-CN" dirty="0" err="1">
                <a:ea typeface="SimSun" panose="02010600030101010101" pitchFamily="2" charset="-122"/>
              </a:rPr>
              <a:t>scanf</a:t>
            </a:r>
            <a:r>
              <a:rPr lang="en-US" altLang="zh-CN" dirty="0">
                <a:ea typeface="SimSun" panose="02010600030101010101" pitchFamily="2" charset="-122"/>
              </a:rPr>
              <a:t>(“%s”, text4);</a:t>
            </a:r>
            <a:endParaRPr lang="en-IN" altLang="en-US" dirty="0"/>
          </a:p>
          <a:p>
            <a:pPr eaLnBrk="1" hangingPunct="1"/>
            <a:r>
              <a:rPr lang="en-US" altLang="zh-CN" dirty="0" err="1">
                <a:ea typeface="SimSun" panose="02010600030101010101" pitchFamily="2" charset="-122"/>
              </a:rPr>
              <a:t>printf</a:t>
            </a:r>
            <a:r>
              <a:rPr lang="en-US" altLang="zh-CN" dirty="0">
                <a:ea typeface="SimSun" panose="02010600030101010101" pitchFamily="2" charset="-122"/>
              </a:rPr>
              <a:t>(“\n”);</a:t>
            </a:r>
            <a:endParaRPr lang="en-IN" altLang="en-US" dirty="0"/>
          </a:p>
          <a:p>
            <a:pPr eaLnBrk="1" hangingPunct="1"/>
            <a:r>
              <a:rPr lang="en-US" altLang="zh-CN" dirty="0" err="1">
                <a:ea typeface="SimSun" panose="02010600030101010101" pitchFamily="2" charset="-122"/>
              </a:rPr>
              <a:t>printf</a:t>
            </a:r>
            <a:r>
              <a:rPr lang="en-US" altLang="zh-CN" dirty="0">
                <a:ea typeface="SimSun" panose="02010600030101010101" pitchFamily="2" charset="-122"/>
              </a:rPr>
              <a:t>(“text1= %s\n text2=%s\n”, text1,text2);</a:t>
            </a:r>
            <a:endParaRPr lang="en-IN" altLang="en-US" dirty="0"/>
          </a:p>
          <a:p>
            <a:pPr eaLnBrk="1" hangingPunct="1"/>
            <a:r>
              <a:rPr lang="en-US" altLang="zh-CN" dirty="0" err="1">
                <a:ea typeface="SimSun" panose="02010600030101010101" pitchFamily="2" charset="-122"/>
              </a:rPr>
              <a:t>printf</a:t>
            </a:r>
            <a:r>
              <a:rPr lang="en-US" altLang="zh-CN" dirty="0">
                <a:ea typeface="SimSun" panose="02010600030101010101" pitchFamily="2" charset="-122"/>
              </a:rPr>
              <a:t>(“text3= %s\n text4= %s\n”, text3,text4);</a:t>
            </a:r>
          </a:p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}</a:t>
            </a:r>
          </a:p>
          <a:p>
            <a:pPr eaLnBrk="1" hangingPunct="1"/>
            <a:endParaRPr lang="en-IN" altLang="en-US" dirty="0"/>
          </a:p>
          <a:p>
            <a:pPr eaLnBrk="1" hangingPunct="1"/>
            <a:r>
              <a:rPr lang="en-IN" altLang="en-US" b="1" dirty="0"/>
              <a:t>OUTPUT:</a:t>
            </a:r>
          </a:p>
          <a:p>
            <a:pPr eaLnBrk="1" hangingPunct="1"/>
            <a:r>
              <a:rPr lang="en-IN" altLang="en-US" dirty="0"/>
              <a:t>Enter text:</a:t>
            </a:r>
          </a:p>
          <a:p>
            <a:pPr eaLnBrk="1" hangingPunct="1"/>
            <a:r>
              <a:rPr lang="en-IN" altLang="en-US" dirty="0"/>
              <a:t>Acharya Institute of Technology</a:t>
            </a:r>
          </a:p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text1=</a:t>
            </a:r>
            <a:r>
              <a:rPr lang="en-IN" altLang="en-US" b="1" dirty="0"/>
              <a:t> </a:t>
            </a:r>
            <a:r>
              <a:rPr lang="en-IN" altLang="en-US" dirty="0"/>
              <a:t>Acharya</a:t>
            </a:r>
          </a:p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text2= </a:t>
            </a:r>
            <a:r>
              <a:rPr lang="en-IN" altLang="en-US" dirty="0"/>
              <a:t>Institute</a:t>
            </a:r>
          </a:p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text3= of</a:t>
            </a:r>
          </a:p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Text4= </a:t>
            </a:r>
            <a:r>
              <a:rPr lang="en-IN" altLang="en-US" dirty="0"/>
              <a:t>Technology</a:t>
            </a:r>
            <a:endParaRPr lang="en-US" altLang="zh-CN" dirty="0">
              <a:ea typeface="SimSun" panose="02010600030101010101" pitchFamily="2" charset="-122"/>
            </a:endParaRPr>
          </a:p>
          <a:p>
            <a:pPr eaLnBrk="1" hangingPunct="1"/>
            <a:endParaRPr lang="en-IN" altLang="en-US" dirty="0"/>
          </a:p>
          <a:p>
            <a:pPr eaLnBrk="1" hangingPunct="1"/>
            <a:endParaRPr lang="en-IN" altLang="en-US" dirty="0"/>
          </a:p>
        </p:txBody>
      </p:sp>
    </p:spTree>
    <p:extLst>
      <p:ext uri="{BB962C8B-B14F-4D97-AF65-F5344CB8AC3E}">
        <p14:creationId xmlns:p14="http://schemas.microsoft.com/office/powerpoint/2010/main" val="4056021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6CF66-8D6B-D68B-B736-F98533DB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Rectangle">
            <a:extLst>
              <a:ext uri="{FF2B5EF4-FFF2-40B4-BE49-F238E27FC236}">
                <a16:creationId xmlns:a16="http://schemas.microsoft.com/office/drawing/2014/main" id="{AB0D4135-01D2-E061-ED80-D5A4AFF56600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1048623" name="Rectangle">
            <a:extLst>
              <a:ext uri="{FF2B5EF4-FFF2-40B4-BE49-F238E27FC236}">
                <a16:creationId xmlns:a16="http://schemas.microsoft.com/office/drawing/2014/main" id="{17D19752-51DE-FE55-CFD4-1F891013136D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91" name="Group 32">
            <a:extLst>
              <a:ext uri="{FF2B5EF4-FFF2-40B4-BE49-F238E27FC236}">
                <a16:creationId xmlns:a16="http://schemas.microsoft.com/office/drawing/2014/main" id="{EF9E6A95-767B-BD36-C40F-704B66EE7C7B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1048624" name="Rectangle">
              <a:extLst>
                <a:ext uri="{FF2B5EF4-FFF2-40B4-BE49-F238E27FC236}">
                  <a16:creationId xmlns:a16="http://schemas.microsoft.com/office/drawing/2014/main" id="{3A12EE72-9DBA-D912-F058-B7FCE7AA787D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1048625" name="Rectangle">
              <a:extLst>
                <a:ext uri="{FF2B5EF4-FFF2-40B4-BE49-F238E27FC236}">
                  <a16:creationId xmlns:a16="http://schemas.microsoft.com/office/drawing/2014/main" id="{B3E9A70E-EFEF-2EFC-17A7-09BEBEF02AFE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097160" name="Image" descr="Image">
              <a:extLst>
                <a:ext uri="{FF2B5EF4-FFF2-40B4-BE49-F238E27FC236}">
                  <a16:creationId xmlns:a16="http://schemas.microsoft.com/office/drawing/2014/main" id="{3E9D4EC3-18A9-B56A-5B98-2735CF44B3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5B4BCE67-2368-C5C2-4CB6-3773AA798C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9007" y="52388"/>
            <a:ext cx="5392765" cy="7078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sz="2000" b="1" u="sng" dirty="0">
              <a:latin typeface="Cambria" panose="020405030504060302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altLang="zh-CN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A99C18-913A-CA39-F308-450DCA6D71EA}"/>
              </a:ext>
            </a:extLst>
          </p:cNvPr>
          <p:cNvSpPr txBox="1"/>
          <p:nvPr/>
        </p:nvSpPr>
        <p:spPr>
          <a:xfrm>
            <a:off x="3032760" y="473006"/>
            <a:ext cx="6822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endParaRPr lang="en-IN" alt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6F6B77-C7EA-989B-E630-581D8C3F871F}"/>
              </a:ext>
            </a:extLst>
          </p:cNvPr>
          <p:cNvSpPr txBox="1"/>
          <p:nvPr/>
        </p:nvSpPr>
        <p:spPr>
          <a:xfrm>
            <a:off x="3029674" y="333348"/>
            <a:ext cx="6105644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IN" altLang="en-US" b="1" dirty="0"/>
              <a:t>/*Program to illustrate writing strings using %s format */</a:t>
            </a:r>
            <a:r>
              <a:rPr lang="en-IN" altLang="en-US" dirty="0"/>
              <a:t> </a:t>
            </a:r>
          </a:p>
          <a:p>
            <a:pPr eaLnBrk="1" hangingPunct="1"/>
            <a:endParaRPr lang="en-IN" altLang="en-US" dirty="0"/>
          </a:p>
          <a:p>
            <a:pPr eaLnBrk="1" hangingPunct="1"/>
            <a:r>
              <a:rPr lang="en-IN" altLang="en-US" dirty="0"/>
              <a:t>main()</a:t>
            </a:r>
          </a:p>
          <a:p>
            <a:pPr eaLnBrk="1" hangingPunct="1"/>
            <a:r>
              <a:rPr lang="en-IN" altLang="en-US" dirty="0"/>
              <a:t> { </a:t>
            </a:r>
          </a:p>
          <a:p>
            <a:pPr eaLnBrk="1" hangingPunct="1"/>
            <a:r>
              <a:rPr lang="en-IN" altLang="en-US" dirty="0"/>
              <a:t>char state[15]= “MADHYA PRADESH”; </a:t>
            </a:r>
          </a:p>
          <a:p>
            <a:pPr eaLnBrk="1" hangingPunct="1"/>
            <a:r>
              <a:rPr lang="en-IN" altLang="en-US" dirty="0" err="1"/>
              <a:t>printf</a:t>
            </a:r>
            <a:r>
              <a:rPr lang="en-IN" altLang="en-US" dirty="0"/>
              <a:t>(“\n \n”); </a:t>
            </a:r>
          </a:p>
          <a:p>
            <a:pPr eaLnBrk="1" hangingPunct="1"/>
            <a:r>
              <a:rPr lang="en-IN" altLang="en-US" dirty="0" err="1"/>
              <a:t>printf</a:t>
            </a:r>
            <a:r>
              <a:rPr lang="en-IN" altLang="en-US" dirty="0"/>
              <a:t>(“----------------------------------\n”); </a:t>
            </a:r>
          </a:p>
          <a:p>
            <a:pPr eaLnBrk="1" hangingPunct="1"/>
            <a:r>
              <a:rPr lang="en-IN" altLang="en-US" dirty="0" err="1"/>
              <a:t>printf</a:t>
            </a:r>
            <a:r>
              <a:rPr lang="en-IN" altLang="en-US" dirty="0"/>
              <a:t>(“%15s\n”, state); </a:t>
            </a:r>
          </a:p>
          <a:p>
            <a:pPr eaLnBrk="1" hangingPunct="1"/>
            <a:r>
              <a:rPr lang="en-IN" altLang="en-US" dirty="0" err="1"/>
              <a:t>printf</a:t>
            </a:r>
            <a:r>
              <a:rPr lang="en-IN" altLang="en-US" dirty="0"/>
              <a:t>(“%5s\n”, state); </a:t>
            </a:r>
            <a:r>
              <a:rPr lang="en-IN" altLang="en-US" sz="900" dirty="0"/>
              <a:t>//When field width is less than the length of the string, the entire string is printed</a:t>
            </a:r>
          </a:p>
          <a:p>
            <a:pPr eaLnBrk="1" hangingPunct="1"/>
            <a:r>
              <a:rPr lang="en-IN" altLang="en-US" dirty="0" err="1"/>
              <a:t>printf</a:t>
            </a:r>
            <a:r>
              <a:rPr lang="en-IN" altLang="en-US" dirty="0"/>
              <a:t>(“%15.6s \n”, state); </a:t>
            </a:r>
            <a:r>
              <a:rPr lang="en-IN" altLang="en-US" sz="900" b="1" dirty="0"/>
              <a:t>//first six characters are to be printed in a field width of 10 columns.</a:t>
            </a:r>
          </a:p>
          <a:p>
            <a:pPr eaLnBrk="1" hangingPunct="1"/>
            <a:r>
              <a:rPr lang="en-IN" altLang="en-US" dirty="0" err="1"/>
              <a:t>printf</a:t>
            </a:r>
            <a:r>
              <a:rPr lang="en-IN" altLang="en-US" dirty="0"/>
              <a:t>(“%-15.6s \n”, state); //</a:t>
            </a:r>
            <a:r>
              <a:rPr lang="en-IN" altLang="en-US" sz="1400" dirty="0"/>
              <a:t>String will </a:t>
            </a:r>
            <a:r>
              <a:rPr lang="en-IN" altLang="en-US" sz="1400" dirty="0" err="1"/>
              <a:t>br</a:t>
            </a:r>
            <a:r>
              <a:rPr lang="en-IN" altLang="en-US" sz="1400" dirty="0"/>
              <a:t> printed left justified</a:t>
            </a:r>
          </a:p>
          <a:p>
            <a:pPr eaLnBrk="1" hangingPunct="1"/>
            <a:r>
              <a:rPr lang="en-IN" altLang="en-US" dirty="0" err="1"/>
              <a:t>printf</a:t>
            </a:r>
            <a:r>
              <a:rPr lang="en-IN" altLang="en-US" dirty="0"/>
              <a:t>(“%15.0s\n”, state); //</a:t>
            </a:r>
            <a:r>
              <a:rPr lang="en-IN" altLang="en-US" sz="1600" dirty="0"/>
              <a:t>nothing is printed</a:t>
            </a:r>
          </a:p>
          <a:p>
            <a:pPr eaLnBrk="1" hangingPunct="1"/>
            <a:r>
              <a:rPr lang="en-IN" altLang="en-US" dirty="0" err="1"/>
              <a:t>printf</a:t>
            </a:r>
            <a:r>
              <a:rPr lang="en-IN" altLang="en-US" dirty="0"/>
              <a:t>(“%.3s\n”, state); //</a:t>
            </a:r>
            <a:r>
              <a:rPr lang="en-IN" altLang="en-US" sz="1200" dirty="0">
                <a:latin typeface="Cambria" panose="02040503050406030204" pitchFamily="18" charset="0"/>
              </a:rPr>
              <a:t>Specifies the number of characters to be printed</a:t>
            </a:r>
          </a:p>
          <a:p>
            <a:pPr eaLnBrk="1" hangingPunct="1"/>
            <a:r>
              <a:rPr lang="en-IN" altLang="en-US" dirty="0" err="1"/>
              <a:t>printf</a:t>
            </a:r>
            <a:r>
              <a:rPr lang="en-IN" altLang="en-US" dirty="0"/>
              <a:t>(“%s\n”, state); </a:t>
            </a:r>
          </a:p>
          <a:p>
            <a:pPr eaLnBrk="1" hangingPunct="1"/>
            <a:r>
              <a:rPr lang="en-IN" altLang="en-US" dirty="0"/>
              <a:t>} </a:t>
            </a:r>
          </a:p>
          <a:p>
            <a:pPr eaLnBrk="1" hangingPunct="1"/>
            <a:r>
              <a:rPr lang="en-IN" altLang="en-US" b="1" dirty="0"/>
              <a:t>OUTPUT:</a:t>
            </a:r>
            <a:endParaRPr lang="en-IN" altLang="en-US" dirty="0"/>
          </a:p>
          <a:p>
            <a:pPr eaLnBrk="1" hangingPunct="1"/>
            <a:r>
              <a:rPr lang="en-IN" altLang="en-US" dirty="0"/>
              <a:t>MADHYA PRADESH</a:t>
            </a:r>
            <a:endParaRPr lang="en-IN" altLang="en-US" b="1" dirty="0"/>
          </a:p>
          <a:p>
            <a:pPr eaLnBrk="1" hangingPunct="1"/>
            <a:r>
              <a:rPr lang="en-IN" altLang="en-US" dirty="0"/>
              <a:t>MADHYA PRADESH</a:t>
            </a:r>
            <a:endParaRPr lang="en-IN" altLang="en-US" b="1" dirty="0"/>
          </a:p>
          <a:p>
            <a:pPr eaLnBrk="1" hangingPunct="1"/>
            <a:r>
              <a:rPr lang="en-IN" altLang="en-US" dirty="0"/>
              <a:t>                 MADHYA</a:t>
            </a:r>
          </a:p>
          <a:p>
            <a:pPr eaLnBrk="1" hangingPunct="1"/>
            <a:r>
              <a:rPr lang="en-IN" altLang="en-US" dirty="0"/>
              <a:t>MADHYA</a:t>
            </a:r>
          </a:p>
          <a:p>
            <a:pPr eaLnBrk="1" hangingPunct="1"/>
            <a:endParaRPr lang="en-IN" altLang="en-US" dirty="0"/>
          </a:p>
          <a:p>
            <a:pPr eaLnBrk="1" hangingPunct="1"/>
            <a:r>
              <a:rPr lang="en-IN" altLang="en-US" dirty="0"/>
              <a:t>MAD</a:t>
            </a:r>
          </a:p>
          <a:p>
            <a:pPr eaLnBrk="1" hangingPunct="1"/>
            <a:r>
              <a:rPr lang="en-IN" altLang="en-US" dirty="0"/>
              <a:t>MADHYA PRADESH</a:t>
            </a:r>
            <a:endParaRPr lang="en-IN" altLang="en-US" b="1" dirty="0"/>
          </a:p>
        </p:txBody>
      </p:sp>
    </p:spTree>
    <p:extLst>
      <p:ext uri="{BB962C8B-B14F-4D97-AF65-F5344CB8AC3E}">
        <p14:creationId xmlns:p14="http://schemas.microsoft.com/office/powerpoint/2010/main" val="2410469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92AB4-8EA6-69E4-96DF-3C52F2A33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Rectangle">
            <a:extLst>
              <a:ext uri="{FF2B5EF4-FFF2-40B4-BE49-F238E27FC236}">
                <a16:creationId xmlns:a16="http://schemas.microsoft.com/office/drawing/2014/main" id="{66F46CF7-3D93-A28D-11F3-13B47B650D80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1048623" name="Rectangle">
            <a:extLst>
              <a:ext uri="{FF2B5EF4-FFF2-40B4-BE49-F238E27FC236}">
                <a16:creationId xmlns:a16="http://schemas.microsoft.com/office/drawing/2014/main" id="{5B67ED33-379D-D1DC-EC7E-CA5100ACC6B5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91" name="Group 32">
            <a:extLst>
              <a:ext uri="{FF2B5EF4-FFF2-40B4-BE49-F238E27FC236}">
                <a16:creationId xmlns:a16="http://schemas.microsoft.com/office/drawing/2014/main" id="{85BDABC6-B34F-F633-73A5-E7965C09BFE2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1048624" name="Rectangle">
              <a:extLst>
                <a:ext uri="{FF2B5EF4-FFF2-40B4-BE49-F238E27FC236}">
                  <a16:creationId xmlns:a16="http://schemas.microsoft.com/office/drawing/2014/main" id="{3D5EABC5-FE4C-4FB3-C06C-BC9D7FE3D9B4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1048625" name="Rectangle">
              <a:extLst>
                <a:ext uri="{FF2B5EF4-FFF2-40B4-BE49-F238E27FC236}">
                  <a16:creationId xmlns:a16="http://schemas.microsoft.com/office/drawing/2014/main" id="{E0CD07A7-60D1-AD11-A19F-CF15A02F9218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097160" name="Image" descr="Image">
              <a:extLst>
                <a:ext uri="{FF2B5EF4-FFF2-40B4-BE49-F238E27FC236}">
                  <a16:creationId xmlns:a16="http://schemas.microsoft.com/office/drawing/2014/main" id="{B159CB42-270C-2546-C89E-1EC92EF9FC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3C573642-08C8-1742-237F-9C60F32A8C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9007" y="52388"/>
            <a:ext cx="5392765" cy="7078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sz="2000" b="1" u="sng" dirty="0">
              <a:latin typeface="Cambria" panose="020405030504060302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altLang="zh-CN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97A90-FF9A-634D-2C5B-8EA406F0EEFE}"/>
              </a:ext>
            </a:extLst>
          </p:cNvPr>
          <p:cNvSpPr txBox="1"/>
          <p:nvPr/>
        </p:nvSpPr>
        <p:spPr>
          <a:xfrm>
            <a:off x="3032760" y="226785"/>
            <a:ext cx="6106160" cy="695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iii. Unformatted input function -Ex:  </a:t>
            </a:r>
            <a:r>
              <a:rPr lang="en-IN" b="1" dirty="0" err="1">
                <a:latin typeface="Cambria" panose="02040503050406030204" pitchFamily="18" charset="0"/>
                <a:ea typeface="Cambria" panose="02040503050406030204" pitchFamily="18" charset="0"/>
              </a:rPr>
              <a:t>getchar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(), gets()</a:t>
            </a:r>
            <a:endParaRPr lang="en-US" b="1" dirty="0"/>
          </a:p>
          <a:p>
            <a:pPr algn="just">
              <a:defRPr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dirty="0" err="1"/>
              <a:t>getchar</a:t>
            </a:r>
            <a:r>
              <a:rPr lang="en-US" dirty="0"/>
              <a:t> function can use to read successive single character from the input and place them into the char array.</a:t>
            </a:r>
          </a:p>
          <a:p>
            <a:pPr>
              <a:defRPr/>
            </a:pPr>
            <a:r>
              <a:rPr lang="en-US" dirty="0"/>
              <a:t>     Example: </a:t>
            </a:r>
          </a:p>
          <a:p>
            <a:pPr>
              <a:defRPr/>
            </a:pPr>
            <a:r>
              <a:rPr lang="en-US" sz="1600" b="1" dirty="0"/>
              <a:t>	/* Reading character */ </a:t>
            </a:r>
            <a:r>
              <a:rPr lang="en-US" dirty="0"/>
              <a:t>	</a:t>
            </a:r>
          </a:p>
          <a:p>
            <a:pPr>
              <a:defRPr/>
            </a:pPr>
            <a:r>
              <a:rPr lang="en-US" dirty="0"/>
              <a:t>                 char </a:t>
            </a:r>
            <a:r>
              <a:rPr lang="en-US" dirty="0" err="1"/>
              <a:t>ch,line</a:t>
            </a:r>
            <a:r>
              <a:rPr lang="en-US" dirty="0"/>
              <a:t>[50]; </a:t>
            </a:r>
          </a:p>
          <a:p>
            <a:pPr>
              <a:defRPr/>
            </a:pPr>
            <a:r>
              <a:rPr lang="en-US" dirty="0"/>
              <a:t>	</a:t>
            </a:r>
            <a:r>
              <a:rPr lang="en-US" dirty="0" err="1"/>
              <a:t>ch</a:t>
            </a:r>
            <a:r>
              <a:rPr lang="en-US" dirty="0"/>
              <a:t>=</a:t>
            </a:r>
            <a:r>
              <a:rPr lang="en-US" dirty="0" err="1"/>
              <a:t>getchar</a:t>
            </a:r>
            <a:r>
              <a:rPr lang="en-US" dirty="0"/>
              <a:t>();</a:t>
            </a:r>
          </a:p>
          <a:p>
            <a:pPr>
              <a:defRPr/>
            </a:pPr>
            <a:r>
              <a:rPr lang="en-US" sz="1600" b="1" dirty="0"/>
              <a:t>                 </a:t>
            </a:r>
          </a:p>
          <a:p>
            <a:pPr>
              <a:defRPr/>
            </a:pPr>
            <a:r>
              <a:rPr lang="en-US" sz="1600" b="1" dirty="0"/>
              <a:t>                  /* Reading line of text can be read and stored in an array */</a:t>
            </a:r>
            <a:endParaRPr lang="en-US" dirty="0"/>
          </a:p>
          <a:p>
            <a:pPr>
              <a:defRPr/>
            </a:pPr>
            <a:r>
              <a:rPr lang="en-US" dirty="0"/>
              <a:t>	do</a:t>
            </a:r>
          </a:p>
          <a:p>
            <a:pPr>
              <a:defRPr/>
            </a:pPr>
            <a:r>
              <a:rPr lang="en-US" dirty="0"/>
              <a:t>	{</a:t>
            </a:r>
          </a:p>
          <a:p>
            <a:pPr>
              <a:defRPr/>
            </a:pPr>
            <a:r>
              <a:rPr lang="en-US" dirty="0"/>
              <a:t>	character = </a:t>
            </a:r>
            <a:r>
              <a:rPr lang="en-US" dirty="0" err="1"/>
              <a:t>getchar</a:t>
            </a:r>
            <a:r>
              <a:rPr lang="en-US" dirty="0"/>
              <a:t>();</a:t>
            </a:r>
          </a:p>
          <a:p>
            <a:pPr>
              <a:defRPr/>
            </a:pPr>
            <a:r>
              <a:rPr lang="en-US" dirty="0"/>
              <a:t>	line[c]=character;</a:t>
            </a:r>
          </a:p>
          <a:p>
            <a:pPr>
              <a:defRPr/>
            </a:pPr>
            <a:r>
              <a:rPr lang="en-US" dirty="0"/>
              <a:t>	</a:t>
            </a:r>
            <a:r>
              <a:rPr lang="en-US" dirty="0" err="1"/>
              <a:t>c++</a:t>
            </a:r>
            <a:r>
              <a:rPr lang="en-US" dirty="0"/>
              <a:t>;</a:t>
            </a:r>
          </a:p>
          <a:p>
            <a:pPr>
              <a:defRPr/>
            </a:pPr>
            <a:r>
              <a:rPr lang="en-US" dirty="0"/>
              <a:t>	}</a:t>
            </a:r>
          </a:p>
          <a:p>
            <a:pPr>
              <a:defRPr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dirty="0"/>
              <a:t>Reads a line of text from the keyboard and display it on the screen.</a:t>
            </a:r>
          </a:p>
          <a:p>
            <a:pPr>
              <a:defRPr/>
            </a:pPr>
            <a:r>
              <a:rPr lang="en-US" dirty="0"/>
              <a:t>		</a:t>
            </a:r>
            <a:r>
              <a:rPr lang="en-US" b="1" dirty="0"/>
              <a:t>gets(str);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    Example:          	char line[80];</a:t>
            </a:r>
          </a:p>
          <a:p>
            <a:pPr>
              <a:defRPr/>
            </a:pPr>
            <a:r>
              <a:rPr lang="en-US" dirty="0"/>
              <a:t>                           	gets(line);</a:t>
            </a:r>
          </a:p>
          <a:p>
            <a:pPr>
              <a:defRPr/>
            </a:pPr>
            <a:r>
              <a:rPr lang="en-US" dirty="0"/>
              <a:t>                            	</a:t>
            </a:r>
            <a:r>
              <a:rPr lang="en-US" dirty="0" err="1"/>
              <a:t>printf</a:t>
            </a:r>
            <a:r>
              <a:rPr lang="en-US" dirty="0"/>
              <a:t> (“%</a:t>
            </a:r>
            <a:r>
              <a:rPr lang="en-US" dirty="0" err="1"/>
              <a:t>s”,line</a:t>
            </a:r>
            <a:r>
              <a:rPr lang="en-US" dirty="0"/>
              <a:t>);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41652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7935C-7A96-D9D1-C59A-62F3EEFAB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Rectangle">
            <a:extLst>
              <a:ext uri="{FF2B5EF4-FFF2-40B4-BE49-F238E27FC236}">
                <a16:creationId xmlns:a16="http://schemas.microsoft.com/office/drawing/2014/main" id="{80E13545-11FA-BA0C-576A-55191554DD9E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1048623" name="Rectangle">
            <a:extLst>
              <a:ext uri="{FF2B5EF4-FFF2-40B4-BE49-F238E27FC236}">
                <a16:creationId xmlns:a16="http://schemas.microsoft.com/office/drawing/2014/main" id="{B19D0376-4499-19ED-C762-B587F87AD663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91" name="Group 32">
            <a:extLst>
              <a:ext uri="{FF2B5EF4-FFF2-40B4-BE49-F238E27FC236}">
                <a16:creationId xmlns:a16="http://schemas.microsoft.com/office/drawing/2014/main" id="{1BC9B63D-1510-41B3-6EE7-7C62E0370976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1048624" name="Rectangle">
              <a:extLst>
                <a:ext uri="{FF2B5EF4-FFF2-40B4-BE49-F238E27FC236}">
                  <a16:creationId xmlns:a16="http://schemas.microsoft.com/office/drawing/2014/main" id="{736A3604-4D1A-74B3-ABB0-6E4AAC47ADCA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1048625" name="Rectangle">
              <a:extLst>
                <a:ext uri="{FF2B5EF4-FFF2-40B4-BE49-F238E27FC236}">
                  <a16:creationId xmlns:a16="http://schemas.microsoft.com/office/drawing/2014/main" id="{23DA8073-D754-6678-71E9-8F7B293C55D3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097160" name="Image" descr="Image">
              <a:extLst>
                <a:ext uri="{FF2B5EF4-FFF2-40B4-BE49-F238E27FC236}">
                  <a16:creationId xmlns:a16="http://schemas.microsoft.com/office/drawing/2014/main" id="{1510DAF9-D6ED-0563-0EC3-4D4F8237E7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3F49D682-208B-A458-C910-FDCD06478D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9007" y="52388"/>
            <a:ext cx="5392765" cy="7078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sz="2000" b="1" u="sng" dirty="0">
              <a:latin typeface="Cambria" panose="020405030504060302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altLang="zh-CN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C75679-0F8D-A0E0-3305-A26FF16E20E4}"/>
              </a:ext>
            </a:extLst>
          </p:cNvPr>
          <p:cNvSpPr txBox="1"/>
          <p:nvPr/>
        </p:nvSpPr>
        <p:spPr>
          <a:xfrm>
            <a:off x="3032760" y="226785"/>
            <a:ext cx="610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CAF9F9-CAC8-1BEE-5F49-74E65FAFCD96}"/>
              </a:ext>
            </a:extLst>
          </p:cNvPr>
          <p:cNvSpPr txBox="1"/>
          <p:nvPr/>
        </p:nvSpPr>
        <p:spPr>
          <a:xfrm>
            <a:off x="3032760" y="750005"/>
            <a:ext cx="610616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iv. Unformatted output function- Ex: </a:t>
            </a:r>
            <a:r>
              <a:rPr lang="en-IN" b="1" dirty="0" err="1">
                <a:latin typeface="Cambria" panose="02040503050406030204" pitchFamily="18" charset="0"/>
                <a:ea typeface="Cambria" panose="02040503050406030204" pitchFamily="18" charset="0"/>
              </a:rPr>
              <a:t>putchar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(),puts()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 supports another character handling function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putchar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to output the value of character variable.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	Example : 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char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ch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=‘A’;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               	   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putchar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ch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); or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printf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(“%c”,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ch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);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	Char name[6]=“PARIS”;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  	for(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=0;i&lt;5;i++)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  	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putchar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(name[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]);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   	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putchar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(“\n”);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Printing string values is to use the function 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puts.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                       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puts(str);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	Example: 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char line[80];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             	    gets(line);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            	    puts(line);</a:t>
            </a:r>
          </a:p>
        </p:txBody>
      </p:sp>
    </p:spTree>
    <p:extLst>
      <p:ext uri="{BB962C8B-B14F-4D97-AF65-F5344CB8AC3E}">
        <p14:creationId xmlns:p14="http://schemas.microsoft.com/office/powerpoint/2010/main" val="1550565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83F3B-DD5C-56F8-78A3-4BD27346B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Rectangle">
            <a:extLst>
              <a:ext uri="{FF2B5EF4-FFF2-40B4-BE49-F238E27FC236}">
                <a16:creationId xmlns:a16="http://schemas.microsoft.com/office/drawing/2014/main" id="{2D20CB34-E05C-C016-25F0-CE5885C9CD88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1048623" name="Rectangle">
            <a:extLst>
              <a:ext uri="{FF2B5EF4-FFF2-40B4-BE49-F238E27FC236}">
                <a16:creationId xmlns:a16="http://schemas.microsoft.com/office/drawing/2014/main" id="{621B0B61-2015-75CF-CFA9-321840ECDB71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91" name="Group 32">
            <a:extLst>
              <a:ext uri="{FF2B5EF4-FFF2-40B4-BE49-F238E27FC236}">
                <a16:creationId xmlns:a16="http://schemas.microsoft.com/office/drawing/2014/main" id="{F1CD411B-A679-5B77-DB03-4B3B4442D07A}"/>
              </a:ext>
            </a:extLst>
          </p:cNvPr>
          <p:cNvGrpSpPr/>
          <p:nvPr/>
        </p:nvGrpSpPr>
        <p:grpSpPr>
          <a:xfrm>
            <a:off x="170497" y="1106608"/>
            <a:ext cx="2209165" cy="3067050"/>
            <a:chOff x="230" y="2322"/>
            <a:chExt cx="3479" cy="4830"/>
          </a:xfrm>
        </p:grpSpPr>
        <p:sp>
          <p:nvSpPr>
            <p:cNvPr id="1048624" name="Rectangle">
              <a:extLst>
                <a:ext uri="{FF2B5EF4-FFF2-40B4-BE49-F238E27FC236}">
                  <a16:creationId xmlns:a16="http://schemas.microsoft.com/office/drawing/2014/main" id="{E4BD0E04-1267-7BD0-2F5F-7A334EFF693D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1048625" name="Rectangle">
              <a:extLst>
                <a:ext uri="{FF2B5EF4-FFF2-40B4-BE49-F238E27FC236}">
                  <a16:creationId xmlns:a16="http://schemas.microsoft.com/office/drawing/2014/main" id="{F4C9D986-E2DD-7F66-493D-448A0A143DE8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097160" name="Image" descr="Image">
              <a:extLst>
                <a:ext uri="{FF2B5EF4-FFF2-40B4-BE49-F238E27FC236}">
                  <a16:creationId xmlns:a16="http://schemas.microsoft.com/office/drawing/2014/main" id="{E43D71C3-F94A-4C5C-DF72-838910D8C6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A2FCC23-6FA9-177D-E91C-E5D975F35389}"/>
              </a:ext>
            </a:extLst>
          </p:cNvPr>
          <p:cNvSpPr txBox="1"/>
          <p:nvPr/>
        </p:nvSpPr>
        <p:spPr>
          <a:xfrm>
            <a:off x="3032760" y="226785"/>
            <a:ext cx="610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69CADA1-62B9-6C8A-A9AD-365231EEC1BF}"/>
              </a:ext>
            </a:extLst>
          </p:cNvPr>
          <p:cNvSpPr txBox="1"/>
          <p:nvPr/>
        </p:nvSpPr>
        <p:spPr>
          <a:xfrm>
            <a:off x="3029673" y="323350"/>
            <a:ext cx="6292125" cy="621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Arrays of strings</a:t>
            </a:r>
            <a:endParaRPr lang="en-US" b="1" dirty="0">
              <a:latin typeface="+mn-lt"/>
            </a:endParaRP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marL="285750" indent="-28575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+mn-lt"/>
              </a:rPr>
              <a:t>To create an array of string, we should use two-dimensional array as shown below.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     Example: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latin typeface="+mn-lt"/>
              </a:rPr>
              <a:t>	</a:t>
            </a:r>
            <a:r>
              <a:rPr lang="en-US" dirty="0">
                <a:latin typeface="+mn-lt"/>
              </a:rPr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                 char a[row][col];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                                                           </a:t>
            </a:r>
            <a:r>
              <a:rPr lang="en-US" sz="1600" dirty="0">
                <a:latin typeface="+mn-lt"/>
              </a:rPr>
              <a:t>Maximum length of each string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                                                           </a:t>
            </a:r>
            <a:r>
              <a:rPr lang="en-US" sz="1600" dirty="0">
                <a:latin typeface="+mn-lt"/>
              </a:rPr>
              <a:t>Number of strings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                                                           </a:t>
            </a:r>
            <a:r>
              <a:rPr lang="en-US" sz="1600" dirty="0">
                <a:latin typeface="+mn-lt"/>
              </a:rPr>
              <a:t>Name of the array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 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+mn-lt"/>
              </a:rPr>
              <a:t>The memory representation for the following initialization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     </a:t>
            </a:r>
            <a:endParaRPr lang="en-US" sz="1600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+mn-lt"/>
              </a:rPr>
              <a:t>Char a[5][11]={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+mn-lt"/>
              </a:rPr>
              <a:t>	         “DHARMARAYA”,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+mn-lt"/>
              </a:rPr>
              <a:t>                             “BHIMA”,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+mn-lt"/>
              </a:rPr>
              <a:t>                             “ARJUNA”,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+mn-lt"/>
              </a:rPr>
              <a:t>	         “NAKULA”,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+mn-lt"/>
              </a:rPr>
              <a:t>                            “SAHADEVA”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+mn-lt"/>
              </a:rPr>
              <a:t>                           }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+mn-lt"/>
              </a:rPr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                    </a:t>
            </a:r>
            <a:r>
              <a:rPr lang="en-US" b="1" dirty="0">
                <a:latin typeface="+mn-lt"/>
              </a:rPr>
              <a:t>a</a:t>
            </a:r>
          </a:p>
        </p:txBody>
      </p:sp>
      <p:grpSp>
        <p:nvGrpSpPr>
          <p:cNvPr id="35" name="Group 18">
            <a:extLst>
              <a:ext uri="{FF2B5EF4-FFF2-40B4-BE49-F238E27FC236}">
                <a16:creationId xmlns:a16="http://schemas.microsoft.com/office/drawing/2014/main" id="{36CCA966-A723-3F61-A427-B7E87FD4B519}"/>
              </a:ext>
            </a:extLst>
          </p:cNvPr>
          <p:cNvGrpSpPr>
            <a:grpSpLocks/>
          </p:cNvGrpSpPr>
          <p:nvPr/>
        </p:nvGrpSpPr>
        <p:grpSpPr bwMode="auto">
          <a:xfrm>
            <a:off x="5305385" y="2211508"/>
            <a:ext cx="881062" cy="261937"/>
            <a:chOff x="2305878" y="1948656"/>
            <a:chExt cx="882595" cy="261807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CB2915D-29A9-7A25-A750-CAC973153E08}"/>
                </a:ext>
              </a:extLst>
            </p:cNvPr>
            <p:cNvCxnSpPr/>
            <p:nvPr/>
          </p:nvCxnSpPr>
          <p:spPr>
            <a:xfrm>
              <a:off x="2305878" y="1948656"/>
              <a:ext cx="0" cy="26180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882F4536-596B-9DC9-9745-F4622866AFE0}"/>
                </a:ext>
              </a:extLst>
            </p:cNvPr>
            <p:cNvCxnSpPr/>
            <p:nvPr/>
          </p:nvCxnSpPr>
          <p:spPr>
            <a:xfrm>
              <a:off x="2305878" y="2210463"/>
              <a:ext cx="8825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0">
            <a:extLst>
              <a:ext uri="{FF2B5EF4-FFF2-40B4-BE49-F238E27FC236}">
                <a16:creationId xmlns:a16="http://schemas.microsoft.com/office/drawing/2014/main" id="{37120BF1-FB68-00E6-0076-014C92400814}"/>
              </a:ext>
            </a:extLst>
          </p:cNvPr>
          <p:cNvGrpSpPr>
            <a:grpSpLocks/>
          </p:cNvGrpSpPr>
          <p:nvPr/>
        </p:nvGrpSpPr>
        <p:grpSpPr bwMode="auto">
          <a:xfrm>
            <a:off x="4845010" y="2371845"/>
            <a:ext cx="1357312" cy="420688"/>
            <a:chOff x="2305878" y="1948656"/>
            <a:chExt cx="882595" cy="26180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85DCBA2-DCDE-6DEE-2CE8-2425AA9991A6}"/>
                </a:ext>
              </a:extLst>
            </p:cNvPr>
            <p:cNvCxnSpPr/>
            <p:nvPr/>
          </p:nvCxnSpPr>
          <p:spPr>
            <a:xfrm>
              <a:off x="2305878" y="1948656"/>
              <a:ext cx="0" cy="26180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6A10C41A-D7DC-FB69-4B5E-A91C279EAB81}"/>
                </a:ext>
              </a:extLst>
            </p:cNvPr>
            <p:cNvCxnSpPr/>
            <p:nvPr/>
          </p:nvCxnSpPr>
          <p:spPr>
            <a:xfrm>
              <a:off x="2305878" y="2210463"/>
              <a:ext cx="8825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1">
            <a:extLst>
              <a:ext uri="{FF2B5EF4-FFF2-40B4-BE49-F238E27FC236}">
                <a16:creationId xmlns:a16="http://schemas.microsoft.com/office/drawing/2014/main" id="{C69C568D-ABE3-D1D4-1C83-E648AF0A3063}"/>
              </a:ext>
            </a:extLst>
          </p:cNvPr>
          <p:cNvGrpSpPr>
            <a:grpSpLocks/>
          </p:cNvGrpSpPr>
          <p:nvPr/>
        </p:nvGrpSpPr>
        <p:grpSpPr bwMode="auto">
          <a:xfrm>
            <a:off x="4554497" y="2321045"/>
            <a:ext cx="1647825" cy="701675"/>
            <a:chOff x="2305878" y="1948656"/>
            <a:chExt cx="882595" cy="261807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2FF6827-CC78-33F6-CF64-443C8C2974EC}"/>
                </a:ext>
              </a:extLst>
            </p:cNvPr>
            <p:cNvCxnSpPr/>
            <p:nvPr/>
          </p:nvCxnSpPr>
          <p:spPr>
            <a:xfrm>
              <a:off x="2305878" y="1948656"/>
              <a:ext cx="0" cy="26180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8174D5CE-769D-2D63-6645-503E225D1869}"/>
                </a:ext>
              </a:extLst>
            </p:cNvPr>
            <p:cNvCxnSpPr/>
            <p:nvPr/>
          </p:nvCxnSpPr>
          <p:spPr>
            <a:xfrm>
              <a:off x="2305878" y="2210463"/>
              <a:ext cx="8825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775206CD-120B-1D13-C2F3-D28C8FA285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137500"/>
              </p:ext>
            </p:extLst>
          </p:nvPr>
        </p:nvGraphicFramePr>
        <p:xfrm>
          <a:off x="5880060" y="5713533"/>
          <a:ext cx="3230562" cy="10779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5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55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55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55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6557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6557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6557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922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796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4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5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6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7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8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9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6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H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A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R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A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R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A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Y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A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\0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6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B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H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I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A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\0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6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A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R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J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U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A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\0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6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A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K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U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A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\0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6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4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A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H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A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V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A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\0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45" name="Group 49">
            <a:extLst>
              <a:ext uri="{FF2B5EF4-FFF2-40B4-BE49-F238E27FC236}">
                <a16:creationId xmlns:a16="http://schemas.microsoft.com/office/drawing/2014/main" id="{95B016C0-A3ED-38B7-C172-A75726B9964B}"/>
              </a:ext>
            </a:extLst>
          </p:cNvPr>
          <p:cNvGrpSpPr>
            <a:grpSpLocks/>
          </p:cNvGrpSpPr>
          <p:nvPr/>
        </p:nvGrpSpPr>
        <p:grpSpPr bwMode="auto">
          <a:xfrm>
            <a:off x="4331364" y="5970707"/>
            <a:ext cx="1524000" cy="563563"/>
            <a:chOff x="1356280" y="5698662"/>
            <a:chExt cx="1523111" cy="563380"/>
          </a:xfrm>
        </p:grpSpPr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3FA4574F-271C-2D68-F4FC-1664BD7DDAA1}"/>
                </a:ext>
              </a:extLst>
            </p:cNvPr>
            <p:cNvCxnSpPr/>
            <p:nvPr/>
          </p:nvCxnSpPr>
          <p:spPr>
            <a:xfrm flipV="1">
              <a:off x="1356280" y="5698662"/>
              <a:ext cx="1523111" cy="35231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88EFAC79-AE62-A8F5-22B0-A6F1E23D9F68}"/>
                </a:ext>
              </a:extLst>
            </p:cNvPr>
            <p:cNvCxnSpPr/>
            <p:nvPr/>
          </p:nvCxnSpPr>
          <p:spPr>
            <a:xfrm flipV="1">
              <a:off x="1356280" y="5874818"/>
              <a:ext cx="1523111" cy="17615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6EBA40A0-4296-EA7C-C4F4-1B99C23839F1}"/>
                </a:ext>
              </a:extLst>
            </p:cNvPr>
            <p:cNvCxnSpPr/>
            <p:nvPr/>
          </p:nvCxnSpPr>
          <p:spPr>
            <a:xfrm>
              <a:off x="1356280" y="6050973"/>
              <a:ext cx="1500899" cy="555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0EEF24CF-7558-39AD-CD62-038F07151E6D}"/>
                </a:ext>
              </a:extLst>
            </p:cNvPr>
            <p:cNvCxnSpPr/>
            <p:nvPr/>
          </p:nvCxnSpPr>
          <p:spPr>
            <a:xfrm>
              <a:off x="1362626" y="6089060"/>
              <a:ext cx="1516765" cy="1729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78993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C79E7-97DB-76E6-FF1E-D54F38F04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Rectangle">
            <a:extLst>
              <a:ext uri="{FF2B5EF4-FFF2-40B4-BE49-F238E27FC236}">
                <a16:creationId xmlns:a16="http://schemas.microsoft.com/office/drawing/2014/main" id="{BF7D291B-C3A6-322F-7908-1694DB950493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1048623" name="Rectangle">
            <a:extLst>
              <a:ext uri="{FF2B5EF4-FFF2-40B4-BE49-F238E27FC236}">
                <a16:creationId xmlns:a16="http://schemas.microsoft.com/office/drawing/2014/main" id="{646C4211-5405-7176-29E2-DB4991212DBF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91" name="Group 32">
            <a:extLst>
              <a:ext uri="{FF2B5EF4-FFF2-40B4-BE49-F238E27FC236}">
                <a16:creationId xmlns:a16="http://schemas.microsoft.com/office/drawing/2014/main" id="{4F533B68-01A9-1CBC-7E28-05A7C6E4F009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1048624" name="Rectangle">
              <a:extLst>
                <a:ext uri="{FF2B5EF4-FFF2-40B4-BE49-F238E27FC236}">
                  <a16:creationId xmlns:a16="http://schemas.microsoft.com/office/drawing/2014/main" id="{D1E6DB48-0A6E-3D3F-490D-2EF75C59D54F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1048625" name="Rectangle">
              <a:extLst>
                <a:ext uri="{FF2B5EF4-FFF2-40B4-BE49-F238E27FC236}">
                  <a16:creationId xmlns:a16="http://schemas.microsoft.com/office/drawing/2014/main" id="{6C5BE309-94C7-C4C4-9519-EE6B86DD94A2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097160" name="Image" descr="Image">
              <a:extLst>
                <a:ext uri="{FF2B5EF4-FFF2-40B4-BE49-F238E27FC236}">
                  <a16:creationId xmlns:a16="http://schemas.microsoft.com/office/drawing/2014/main" id="{DD667C23-9415-35CD-BA76-60A6B41E7D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993517B8-11E8-B77C-B74E-CB18EFB08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9147" y="226785"/>
            <a:ext cx="5392765" cy="7078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IN" altLang="en-US" sz="2000">
                <a:latin typeface="Cambria" panose="02040503050406030204" pitchFamily="18" charset="0"/>
              </a:rPr>
              <a:t>The Programming statement to read 5  names can be written as shown below :</a:t>
            </a:r>
          </a:p>
          <a:p>
            <a:pPr algn="just"/>
            <a:endParaRPr lang="en-IN" altLang="en-US" sz="2000">
              <a:latin typeface="Cambria" panose="02040503050406030204" pitchFamily="18" charset="0"/>
            </a:endParaRPr>
          </a:p>
          <a:p>
            <a:pPr algn="just"/>
            <a:r>
              <a:rPr lang="en-IN" altLang="en-US" sz="2000">
                <a:latin typeface="Cambria" panose="02040503050406030204" pitchFamily="18" charset="0"/>
              </a:rPr>
              <a:t>	for(i=0;i&lt;=4;i++)</a:t>
            </a:r>
          </a:p>
          <a:p>
            <a:pPr algn="just"/>
            <a:r>
              <a:rPr lang="en-IN" altLang="en-US" sz="2000">
                <a:latin typeface="Cambria" panose="02040503050406030204" pitchFamily="18" charset="0"/>
              </a:rPr>
              <a:t>	{</a:t>
            </a:r>
          </a:p>
          <a:p>
            <a:pPr algn="just"/>
            <a:r>
              <a:rPr lang="en-IN" altLang="en-US" sz="2000">
                <a:latin typeface="Cambria" panose="02040503050406030204" pitchFamily="18" charset="0"/>
              </a:rPr>
              <a:t>		scanf(“%s”,a[i]);</a:t>
            </a:r>
          </a:p>
          <a:p>
            <a:pPr algn="just"/>
            <a:r>
              <a:rPr lang="en-IN" altLang="en-US" sz="2000">
                <a:latin typeface="Cambria" panose="02040503050406030204" pitchFamily="18" charset="0"/>
              </a:rPr>
              <a:t>	}</a:t>
            </a:r>
          </a:p>
          <a:p>
            <a:pPr algn="just"/>
            <a:endParaRPr lang="en-IN" altLang="en-US" sz="2000">
              <a:latin typeface="Cambria" panose="02040503050406030204" pitchFamily="18" charset="0"/>
            </a:endParaRPr>
          </a:p>
          <a:p>
            <a:pPr algn="just"/>
            <a:r>
              <a:rPr lang="en-IN" altLang="en-US" sz="2000">
                <a:latin typeface="Cambria" panose="02040503050406030204" pitchFamily="18" charset="0"/>
              </a:rPr>
              <a:t> The array elements can be printed as shown below:</a:t>
            </a:r>
          </a:p>
          <a:p>
            <a:pPr algn="just"/>
            <a:endParaRPr lang="en-IN" altLang="en-US" sz="2000">
              <a:latin typeface="Cambria" panose="02040503050406030204" pitchFamily="18" charset="0"/>
            </a:endParaRPr>
          </a:p>
          <a:p>
            <a:pPr algn="just"/>
            <a:r>
              <a:rPr lang="en-IN" altLang="en-US" sz="2000">
                <a:latin typeface="Cambria" panose="02040503050406030204" pitchFamily="18" charset="0"/>
              </a:rPr>
              <a:t>	for(i=0;i&lt;=4;i++)</a:t>
            </a:r>
          </a:p>
          <a:p>
            <a:pPr algn="just"/>
            <a:r>
              <a:rPr lang="en-IN" altLang="en-US" sz="2000">
                <a:latin typeface="Cambria" panose="02040503050406030204" pitchFamily="18" charset="0"/>
              </a:rPr>
              <a:t>	{</a:t>
            </a:r>
          </a:p>
          <a:p>
            <a:pPr algn="just"/>
            <a:r>
              <a:rPr lang="en-IN" altLang="en-US" sz="2000">
                <a:latin typeface="Cambria" panose="02040503050406030204" pitchFamily="18" charset="0"/>
              </a:rPr>
              <a:t>		printf(“%s\n”,a[i]);</a:t>
            </a:r>
          </a:p>
          <a:p>
            <a:pPr algn="just"/>
            <a:r>
              <a:rPr lang="en-IN" altLang="en-US" sz="2000">
                <a:latin typeface="Cambria" panose="02040503050406030204" pitchFamily="18" charset="0"/>
              </a:rPr>
              <a:t>	}</a:t>
            </a:r>
          </a:p>
          <a:p>
            <a:pPr algn="just"/>
            <a:endParaRPr lang="en-IN" altLang="en-US" sz="2000">
              <a:latin typeface="Cambria" panose="02040503050406030204" pitchFamily="18" charset="0"/>
            </a:endParaRPr>
          </a:p>
          <a:p>
            <a:pPr algn="just"/>
            <a:endParaRPr lang="en-IN" altLang="en-US" sz="2000" dirty="0">
              <a:latin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CA7A81-6AC9-C0BD-A5DC-96595220C924}"/>
              </a:ext>
            </a:extLst>
          </p:cNvPr>
          <p:cNvSpPr txBox="1"/>
          <p:nvPr/>
        </p:nvSpPr>
        <p:spPr>
          <a:xfrm>
            <a:off x="3032760" y="226785"/>
            <a:ext cx="610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41955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C001E-C98D-EFBA-45AF-9E46B46CF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Rectangle">
            <a:extLst>
              <a:ext uri="{FF2B5EF4-FFF2-40B4-BE49-F238E27FC236}">
                <a16:creationId xmlns:a16="http://schemas.microsoft.com/office/drawing/2014/main" id="{DFB746BF-BBBC-C3CE-891C-FD3BC0249CB5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1048623" name="Rectangle">
            <a:extLst>
              <a:ext uri="{FF2B5EF4-FFF2-40B4-BE49-F238E27FC236}">
                <a16:creationId xmlns:a16="http://schemas.microsoft.com/office/drawing/2014/main" id="{E01EC824-FF9F-9D7C-E7F9-FC320BE3F25A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91" name="Group 32">
            <a:extLst>
              <a:ext uri="{FF2B5EF4-FFF2-40B4-BE49-F238E27FC236}">
                <a16:creationId xmlns:a16="http://schemas.microsoft.com/office/drawing/2014/main" id="{927E4030-8ED4-F87E-3B7F-FA82BF1F032A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1048624" name="Rectangle">
              <a:extLst>
                <a:ext uri="{FF2B5EF4-FFF2-40B4-BE49-F238E27FC236}">
                  <a16:creationId xmlns:a16="http://schemas.microsoft.com/office/drawing/2014/main" id="{6C899011-913F-6CF8-A49F-C8EC1E2D7DEF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1048625" name="Rectangle">
              <a:extLst>
                <a:ext uri="{FF2B5EF4-FFF2-40B4-BE49-F238E27FC236}">
                  <a16:creationId xmlns:a16="http://schemas.microsoft.com/office/drawing/2014/main" id="{3C1EB368-A39B-2BBB-9AEE-C681BB5DEDAC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097160" name="Image" descr="Image">
              <a:extLst>
                <a:ext uri="{FF2B5EF4-FFF2-40B4-BE49-F238E27FC236}">
                  <a16:creationId xmlns:a16="http://schemas.microsoft.com/office/drawing/2014/main" id="{3A6FDA30-F997-D37B-4F05-E0D34E344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B553431D-96A2-D1C3-F7D8-196C20020D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9007" y="52388"/>
            <a:ext cx="5392765" cy="7078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sz="2000" b="1" u="sng" dirty="0">
              <a:latin typeface="Cambria" panose="020405030504060302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altLang="zh-CN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2CDF0-B3C9-2E1F-8CF7-BD25C2CD3088}"/>
              </a:ext>
            </a:extLst>
          </p:cNvPr>
          <p:cNvSpPr txBox="1"/>
          <p:nvPr/>
        </p:nvSpPr>
        <p:spPr>
          <a:xfrm>
            <a:off x="3032760" y="226785"/>
            <a:ext cx="610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DA4A12-F8F9-5A5B-AE81-5C67AE8FD0D6}"/>
              </a:ext>
            </a:extLst>
          </p:cNvPr>
          <p:cNvSpPr txBox="1"/>
          <p:nvPr/>
        </p:nvSpPr>
        <p:spPr>
          <a:xfrm>
            <a:off x="3029674" y="333348"/>
            <a:ext cx="651944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Arithmetic Operations on Characters</a:t>
            </a:r>
            <a:endParaRPr lang="en-US" b="1" dirty="0">
              <a:latin typeface="+mn-lt"/>
            </a:endParaRP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marL="285750" indent="-28575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+mn-lt"/>
              </a:rPr>
              <a:t>C allows us to manipulate characters the same way we do with numbers.</a:t>
            </a:r>
          </a:p>
          <a:p>
            <a:pPr marL="285750" indent="-28575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+mn-lt"/>
              </a:rPr>
              <a:t>Whenever a character constant or character variable is used in an expression, it is automatically convert into  an integer value by the system.</a:t>
            </a:r>
          </a:p>
          <a:p>
            <a:pPr marL="285750" indent="-28575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+mn-lt"/>
              </a:rPr>
              <a:t>It is also possible to perform arithmetic operation on the character constants and variables.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            </a:t>
            </a:r>
            <a:r>
              <a:rPr lang="en-US" b="1" dirty="0">
                <a:latin typeface="+mn-lt"/>
              </a:rPr>
              <a:t>Example 1</a:t>
            </a:r>
            <a:r>
              <a:rPr lang="en-US" dirty="0">
                <a:latin typeface="+mn-lt"/>
              </a:rPr>
              <a:t>: x=‘z’-1=122-1=121;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marL="285750" indent="-28575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+mn-lt"/>
              </a:rPr>
              <a:t>We may also use character constants in relational expressions.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           </a:t>
            </a:r>
            <a:r>
              <a:rPr lang="en-US" b="1" dirty="0">
                <a:latin typeface="+mn-lt"/>
              </a:rPr>
              <a:t>Example  2</a:t>
            </a:r>
            <a:r>
              <a:rPr lang="en-US" dirty="0">
                <a:latin typeface="+mn-lt"/>
              </a:rPr>
              <a:t>: </a:t>
            </a:r>
            <a:r>
              <a:rPr lang="en-US" dirty="0" err="1">
                <a:latin typeface="+mn-lt"/>
              </a:rPr>
              <a:t>ch</a:t>
            </a:r>
            <a:r>
              <a:rPr lang="en-US" dirty="0">
                <a:latin typeface="+mn-lt"/>
              </a:rPr>
              <a:t>&gt;=‘A’  &amp;&amp; </a:t>
            </a:r>
            <a:r>
              <a:rPr lang="en-US" dirty="0" err="1">
                <a:latin typeface="+mn-lt"/>
              </a:rPr>
              <a:t>ch</a:t>
            </a:r>
            <a:r>
              <a:rPr lang="en-US" dirty="0">
                <a:latin typeface="+mn-lt"/>
              </a:rPr>
              <a:t>&lt;=‘Z’ 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marL="285750" indent="-28575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+mn-lt"/>
              </a:rPr>
              <a:t>We can convert a character digit to its equivalent integer value 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      </a:t>
            </a:r>
            <a:r>
              <a:rPr lang="en-US" b="1" dirty="0">
                <a:latin typeface="+mn-lt"/>
              </a:rPr>
              <a:t>      Example 3</a:t>
            </a:r>
            <a:r>
              <a:rPr lang="en-US" dirty="0">
                <a:latin typeface="+mn-lt"/>
              </a:rPr>
              <a:t>: x=‘7’-’0’=55-48=7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+mn-lt"/>
              </a:rPr>
              <a:t>The function</a:t>
            </a:r>
            <a:r>
              <a:rPr lang="en-US" b="1" dirty="0">
                <a:latin typeface="+mn-lt"/>
              </a:rPr>
              <a:t> </a:t>
            </a:r>
            <a:r>
              <a:rPr lang="en-US" b="1" dirty="0" err="1">
                <a:latin typeface="+mn-lt"/>
              </a:rPr>
              <a:t>atoi</a:t>
            </a:r>
            <a:r>
              <a:rPr lang="en-US" b="1" dirty="0">
                <a:latin typeface="+mn-lt"/>
              </a:rPr>
              <a:t> </a:t>
            </a:r>
            <a:r>
              <a:rPr lang="en-US" dirty="0">
                <a:latin typeface="+mn-lt"/>
              </a:rPr>
              <a:t>converts the string to its numeric equivalent.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                  y=</a:t>
            </a:r>
            <a:r>
              <a:rPr lang="en-US" dirty="0" err="1">
                <a:latin typeface="+mn-lt"/>
              </a:rPr>
              <a:t>atoi</a:t>
            </a:r>
            <a:r>
              <a:rPr lang="en-US" dirty="0">
                <a:latin typeface="+mn-lt"/>
              </a:rPr>
              <a:t>(string)</a:t>
            </a:r>
          </a:p>
        </p:txBody>
      </p:sp>
    </p:spTree>
    <p:extLst>
      <p:ext uri="{BB962C8B-B14F-4D97-AF65-F5344CB8AC3E}">
        <p14:creationId xmlns:p14="http://schemas.microsoft.com/office/powerpoint/2010/main" val="2641318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E7865-0BED-BAEF-D603-E87801707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Rectangle">
            <a:extLst>
              <a:ext uri="{FF2B5EF4-FFF2-40B4-BE49-F238E27FC236}">
                <a16:creationId xmlns:a16="http://schemas.microsoft.com/office/drawing/2014/main" id="{9FACC304-922C-5BA9-C0AD-817B13FD9279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1048623" name="Rectangle">
            <a:extLst>
              <a:ext uri="{FF2B5EF4-FFF2-40B4-BE49-F238E27FC236}">
                <a16:creationId xmlns:a16="http://schemas.microsoft.com/office/drawing/2014/main" id="{F4D5EF96-AA40-7BE6-6335-98DACA9B2F7F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91" name="Group 32">
            <a:extLst>
              <a:ext uri="{FF2B5EF4-FFF2-40B4-BE49-F238E27FC236}">
                <a16:creationId xmlns:a16="http://schemas.microsoft.com/office/drawing/2014/main" id="{2205DA5A-5551-E147-5036-64A112D1B543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1048624" name="Rectangle">
              <a:extLst>
                <a:ext uri="{FF2B5EF4-FFF2-40B4-BE49-F238E27FC236}">
                  <a16:creationId xmlns:a16="http://schemas.microsoft.com/office/drawing/2014/main" id="{18B0B0FF-27BA-195F-FD19-EC8834543A6D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1048625" name="Rectangle">
              <a:extLst>
                <a:ext uri="{FF2B5EF4-FFF2-40B4-BE49-F238E27FC236}">
                  <a16:creationId xmlns:a16="http://schemas.microsoft.com/office/drawing/2014/main" id="{DF7084E4-8439-7D2E-8976-F6E5409EBE39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097160" name="Image" descr="Image">
              <a:extLst>
                <a:ext uri="{FF2B5EF4-FFF2-40B4-BE49-F238E27FC236}">
                  <a16:creationId xmlns:a16="http://schemas.microsoft.com/office/drawing/2014/main" id="{405155AA-3859-75DC-8F5E-7EC459301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28385D8-34DF-7CB4-38B3-90F149860EF8}"/>
              </a:ext>
            </a:extLst>
          </p:cNvPr>
          <p:cNvSpPr txBox="1"/>
          <p:nvPr/>
        </p:nvSpPr>
        <p:spPr>
          <a:xfrm>
            <a:off x="3032760" y="226785"/>
            <a:ext cx="610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B7D998-024B-F141-9AA3-30A5B49F7A40}"/>
              </a:ext>
            </a:extLst>
          </p:cNvPr>
          <p:cNvSpPr txBox="1"/>
          <p:nvPr/>
        </p:nvSpPr>
        <p:spPr>
          <a:xfrm>
            <a:off x="2516583" y="52388"/>
            <a:ext cx="610564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String handling functions</a:t>
            </a:r>
            <a:endParaRPr lang="en-US" b="1" dirty="0">
              <a:latin typeface="+mn-lt"/>
            </a:endParaRP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marL="285750" indent="-28575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+mn-lt"/>
              </a:rPr>
              <a:t>C library supports a large number of string functions. The list given below depicts the string functions.</a:t>
            </a:r>
          </a:p>
          <a:p>
            <a:pPr marL="285750" indent="-28575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+mn-lt"/>
              </a:rPr>
              <a:t>All string functions are defined in header file “</a:t>
            </a:r>
            <a:r>
              <a:rPr lang="en-US" dirty="0" err="1">
                <a:latin typeface="+mn-lt"/>
              </a:rPr>
              <a:t>string.h</a:t>
            </a:r>
            <a:r>
              <a:rPr lang="en-US" dirty="0">
                <a:latin typeface="+mn-lt"/>
              </a:rPr>
              <a:t>”</a:t>
            </a:r>
          </a:p>
        </p:txBody>
      </p:sp>
      <p:graphicFrame>
        <p:nvGraphicFramePr>
          <p:cNvPr id="6" name="Table 51">
            <a:extLst>
              <a:ext uri="{FF2B5EF4-FFF2-40B4-BE49-F238E27FC236}">
                <a16:creationId xmlns:a16="http://schemas.microsoft.com/office/drawing/2014/main" id="{75399FB7-1995-AB41-65B3-E21D062392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543342"/>
              </p:ext>
            </p:extLst>
          </p:nvPr>
        </p:nvGraphicFramePr>
        <p:xfrm>
          <a:off x="2795248" y="1582103"/>
          <a:ext cx="5826979" cy="5275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3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3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871">
                <a:tc>
                  <a:txBody>
                    <a:bodyPr/>
                    <a:lstStyle/>
                    <a:p>
                      <a:r>
                        <a:rPr lang="en-US" sz="1400" b="1" dirty="0"/>
                        <a:t>String functions</a:t>
                      </a:r>
                      <a:endParaRPr lang="en-IN" sz="1400" b="1" dirty="0"/>
                    </a:p>
                  </a:txBody>
                  <a:tcPr marL="91433" marR="91433" marT="45717" marB="45717"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Description of each function</a:t>
                      </a:r>
                      <a:endParaRPr lang="en-IN" sz="1400" b="1" dirty="0"/>
                    </a:p>
                  </a:txBody>
                  <a:tcPr marL="91433" marR="91433" marT="45717" marB="4571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871">
                <a:tc>
                  <a:txBody>
                    <a:bodyPr/>
                    <a:lstStyle/>
                    <a:p>
                      <a:pPr algn="just"/>
                      <a:r>
                        <a:rPr lang="en-IN" sz="1400" b="1" dirty="0"/>
                        <a:t> </a:t>
                      </a:r>
                      <a:r>
                        <a:rPr lang="en-IN" sz="1400" b="1" dirty="0" err="1"/>
                        <a:t>strlen</a:t>
                      </a:r>
                      <a:r>
                        <a:rPr lang="en-IN" sz="1400" b="1" dirty="0"/>
                        <a:t>(str) </a:t>
                      </a:r>
                    </a:p>
                  </a:txBody>
                  <a:tcPr marL="91433" marR="91433" marT="45717" marB="45717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dirty="0"/>
                        <a:t>Returns length of the string str </a:t>
                      </a:r>
                      <a:endParaRPr lang="en-IN" sz="1400" b="1" dirty="0"/>
                    </a:p>
                  </a:txBody>
                  <a:tcPr marL="91433" marR="91433" marT="45717" marB="4571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774">
                <a:tc>
                  <a:txBody>
                    <a:bodyPr/>
                    <a:lstStyle/>
                    <a:p>
                      <a:pPr algn="just"/>
                      <a:r>
                        <a:rPr lang="en-IN" sz="1400" b="1" dirty="0" err="1"/>
                        <a:t>strcpy</a:t>
                      </a:r>
                      <a:r>
                        <a:rPr lang="en-IN" sz="1400" b="1" dirty="0"/>
                        <a:t>(</a:t>
                      </a:r>
                      <a:r>
                        <a:rPr lang="en-IN" sz="1400" b="1" dirty="0" err="1"/>
                        <a:t>dest,src</a:t>
                      </a:r>
                      <a:r>
                        <a:rPr lang="en-IN" sz="1400" b="1" dirty="0"/>
                        <a:t>) </a:t>
                      </a:r>
                    </a:p>
                  </a:txBody>
                  <a:tcPr marL="91433" marR="91433" marT="45717" marB="45717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dirty="0"/>
                        <a:t>Copies the content of source string </a:t>
                      </a:r>
                      <a:r>
                        <a:rPr lang="en-US" sz="1400" b="1" dirty="0" err="1"/>
                        <a:t>src</a:t>
                      </a:r>
                      <a:r>
                        <a:rPr lang="en-US" sz="1400" b="1" dirty="0"/>
                        <a:t> to destination string </a:t>
                      </a:r>
                      <a:r>
                        <a:rPr lang="en-US" sz="1400" b="1" dirty="0" err="1"/>
                        <a:t>dest</a:t>
                      </a:r>
                      <a:r>
                        <a:rPr lang="en-US" sz="1400" b="1" dirty="0"/>
                        <a:t>. </a:t>
                      </a:r>
                      <a:endParaRPr lang="en-IN" sz="1400" b="1" dirty="0"/>
                    </a:p>
                  </a:txBody>
                  <a:tcPr marL="91433" marR="91433" marT="45717" marB="4571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871">
                <a:tc>
                  <a:txBody>
                    <a:bodyPr/>
                    <a:lstStyle/>
                    <a:p>
                      <a:pPr algn="just"/>
                      <a:r>
                        <a:rPr lang="en-IN" sz="1400" b="1" dirty="0" err="1"/>
                        <a:t>strcmp</a:t>
                      </a:r>
                      <a:r>
                        <a:rPr lang="en-IN" sz="1400" b="1" dirty="0"/>
                        <a:t>(str1,str2) </a:t>
                      </a:r>
                    </a:p>
                  </a:txBody>
                  <a:tcPr marL="91433" marR="91433" marT="45717" marB="45717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400" b="1" dirty="0"/>
                        <a:t>Compares two strings str1 and str2</a:t>
                      </a:r>
                    </a:p>
                  </a:txBody>
                  <a:tcPr marL="91433" marR="91433" marT="45717" marB="4571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871">
                <a:tc>
                  <a:txBody>
                    <a:bodyPr/>
                    <a:lstStyle/>
                    <a:p>
                      <a:pPr algn="just"/>
                      <a:r>
                        <a:rPr lang="en-IN" sz="1400" b="1" dirty="0" err="1"/>
                        <a:t>strcat</a:t>
                      </a:r>
                      <a:r>
                        <a:rPr lang="en-IN" sz="1400" b="1" dirty="0"/>
                        <a:t>(str1,str2)</a:t>
                      </a:r>
                    </a:p>
                  </a:txBody>
                  <a:tcPr marL="91433" marR="91433" marT="45717" marB="45717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400" b="1" dirty="0"/>
                        <a:t>Append string str2 to string str1 </a:t>
                      </a:r>
                    </a:p>
                  </a:txBody>
                  <a:tcPr marL="91433" marR="91433" marT="45717" marB="4571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9707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400" b="1" dirty="0" err="1"/>
                        <a:t>strncpy</a:t>
                      </a:r>
                      <a:r>
                        <a:rPr lang="en-IN" sz="1400" b="1" dirty="0"/>
                        <a:t>(</a:t>
                      </a:r>
                      <a:r>
                        <a:rPr lang="en-IN" sz="1400" b="1" dirty="0" err="1"/>
                        <a:t>dest,src,n</a:t>
                      </a:r>
                      <a:r>
                        <a:rPr lang="en-IN" sz="1400" b="1" dirty="0"/>
                        <a:t>)</a:t>
                      </a:r>
                    </a:p>
                  </a:txBody>
                  <a:tcPr marL="91433" marR="91433" marT="45717" marB="45717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dirty="0"/>
                        <a:t>Copies at most n characters of the source string </a:t>
                      </a:r>
                      <a:r>
                        <a:rPr lang="en-US" sz="1400" b="1" dirty="0" err="1"/>
                        <a:t>src</a:t>
                      </a:r>
                      <a:r>
                        <a:rPr lang="en-US" sz="1400" b="1" dirty="0"/>
                        <a:t> to destination string </a:t>
                      </a:r>
                      <a:r>
                        <a:rPr lang="en-US" sz="1400" b="1" dirty="0" err="1"/>
                        <a:t>dest</a:t>
                      </a:r>
                      <a:endParaRPr lang="en-IN" sz="1400" b="1" dirty="0"/>
                    </a:p>
                  </a:txBody>
                  <a:tcPr marL="91433" marR="91433" marT="45717" marB="4571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0774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400" b="1" dirty="0" err="1"/>
                        <a:t>strncmp</a:t>
                      </a:r>
                      <a:r>
                        <a:rPr lang="en-IN" sz="1400" b="1" dirty="0"/>
                        <a:t>(s1,s2,n) </a:t>
                      </a:r>
                    </a:p>
                  </a:txBody>
                  <a:tcPr marL="91433" marR="91433" marT="45717" marB="45717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dirty="0"/>
                        <a:t>This compares the left-most n characters of s1 to s2 and returns.</a:t>
                      </a:r>
                      <a:endParaRPr lang="en-IN" sz="1400" b="1" dirty="0"/>
                    </a:p>
                  </a:txBody>
                  <a:tcPr marL="91433" marR="91433" marT="45717" marB="4571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774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400" b="1" dirty="0" err="1"/>
                        <a:t>strncat</a:t>
                      </a:r>
                      <a:r>
                        <a:rPr lang="en-IN" sz="1400" b="1" dirty="0"/>
                        <a:t>(str1,str2,n)</a:t>
                      </a:r>
                    </a:p>
                  </a:txBody>
                  <a:tcPr marL="91433" marR="91433" marT="45717" marB="45717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dirty="0"/>
                        <a:t>Append first n characters of string str2 to string str1.</a:t>
                      </a:r>
                      <a:endParaRPr lang="en-IN" sz="1400" b="1" dirty="0"/>
                    </a:p>
                  </a:txBody>
                  <a:tcPr marL="91433" marR="91433" marT="45717" marB="4571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0774">
                <a:tc>
                  <a:txBody>
                    <a:bodyPr/>
                    <a:lstStyle/>
                    <a:p>
                      <a:pPr algn="just"/>
                      <a:r>
                        <a:rPr lang="en-US" sz="1400" b="1" dirty="0" err="1"/>
                        <a:t>strstr</a:t>
                      </a:r>
                      <a:r>
                        <a:rPr lang="en-US" sz="1400" b="1" dirty="0"/>
                        <a:t>(s1,s2)</a:t>
                      </a:r>
                      <a:endParaRPr lang="en-IN" sz="1400" b="1" dirty="0"/>
                    </a:p>
                  </a:txBody>
                  <a:tcPr marL="91433" marR="91433" marT="45717" marB="45717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dirty="0" err="1"/>
                        <a:t>Searchs</a:t>
                      </a:r>
                      <a:r>
                        <a:rPr lang="en-US" sz="1400" b="1" dirty="0"/>
                        <a:t> the string s1 to see whether the string s2 is contained in s1</a:t>
                      </a:r>
                      <a:endParaRPr lang="en-IN" sz="1400" b="1" dirty="0"/>
                    </a:p>
                  </a:txBody>
                  <a:tcPr marL="91433" marR="91433" marT="45717" marB="45717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1871">
                <a:tc>
                  <a:txBody>
                    <a:bodyPr/>
                    <a:lstStyle/>
                    <a:p>
                      <a:pPr algn="just"/>
                      <a:r>
                        <a:rPr lang="en-US" sz="1400" b="1" dirty="0" err="1"/>
                        <a:t>strrev</a:t>
                      </a:r>
                      <a:r>
                        <a:rPr lang="en-US" sz="1400" b="1" dirty="0"/>
                        <a:t>(str)</a:t>
                      </a:r>
                      <a:endParaRPr lang="en-IN" sz="1400" b="1" dirty="0"/>
                    </a:p>
                  </a:txBody>
                  <a:tcPr marL="91433" marR="91433" marT="45717" marB="45717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dirty="0"/>
                        <a:t>Reverse the string</a:t>
                      </a:r>
                      <a:endParaRPr lang="en-IN" sz="1400" b="1" dirty="0"/>
                    </a:p>
                  </a:txBody>
                  <a:tcPr marL="91433" marR="91433" marT="45717" marB="45717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1871">
                <a:tc>
                  <a:txBody>
                    <a:bodyPr/>
                    <a:lstStyle/>
                    <a:p>
                      <a:pPr algn="just"/>
                      <a:r>
                        <a:rPr lang="en-US" sz="1400" b="1" dirty="0" err="1"/>
                        <a:t>strlwr</a:t>
                      </a:r>
                      <a:r>
                        <a:rPr lang="en-US" sz="1400" b="1" dirty="0"/>
                        <a:t>(str)</a:t>
                      </a:r>
                      <a:endParaRPr lang="en-IN" sz="1400" b="1" dirty="0"/>
                    </a:p>
                  </a:txBody>
                  <a:tcPr marL="91433" marR="91433" marT="45717" marB="45717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dirty="0"/>
                        <a:t>Converts the string str to lowercase</a:t>
                      </a:r>
                      <a:endParaRPr lang="en-IN" sz="1400" b="1" dirty="0"/>
                    </a:p>
                  </a:txBody>
                  <a:tcPr marL="91433" marR="91433" marT="45717" marB="45717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1871">
                <a:tc>
                  <a:txBody>
                    <a:bodyPr/>
                    <a:lstStyle/>
                    <a:p>
                      <a:pPr algn="just"/>
                      <a:r>
                        <a:rPr lang="en-US" sz="1400" b="1" dirty="0" err="1"/>
                        <a:t>Strupr</a:t>
                      </a:r>
                      <a:r>
                        <a:rPr lang="en-US" sz="1400" b="1" dirty="0"/>
                        <a:t>(str)</a:t>
                      </a:r>
                      <a:endParaRPr lang="en-IN" sz="1400" b="1" dirty="0"/>
                    </a:p>
                  </a:txBody>
                  <a:tcPr marL="91433" marR="91433" marT="45717" marB="45717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dirty="0"/>
                        <a:t>Converts the string str to uppercase</a:t>
                      </a:r>
                      <a:endParaRPr lang="en-IN" sz="1400" b="1" dirty="0"/>
                    </a:p>
                  </a:txBody>
                  <a:tcPr marL="91433" marR="91433" marT="45717" marB="45717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8564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F1D0E-4F81-A422-CA6B-98E7A1EAA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Rectangle">
            <a:extLst>
              <a:ext uri="{FF2B5EF4-FFF2-40B4-BE49-F238E27FC236}">
                <a16:creationId xmlns:a16="http://schemas.microsoft.com/office/drawing/2014/main" id="{545A0A3A-AD72-15F6-65E6-5B65059F212E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1048623" name="Rectangle">
            <a:extLst>
              <a:ext uri="{FF2B5EF4-FFF2-40B4-BE49-F238E27FC236}">
                <a16:creationId xmlns:a16="http://schemas.microsoft.com/office/drawing/2014/main" id="{0E1CB03F-0A40-76A2-ED7D-BF7DC12F2914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91" name="Group 32">
            <a:extLst>
              <a:ext uri="{FF2B5EF4-FFF2-40B4-BE49-F238E27FC236}">
                <a16:creationId xmlns:a16="http://schemas.microsoft.com/office/drawing/2014/main" id="{181145DE-3090-ED4A-F146-4383CD196403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1048624" name="Rectangle">
              <a:extLst>
                <a:ext uri="{FF2B5EF4-FFF2-40B4-BE49-F238E27FC236}">
                  <a16:creationId xmlns:a16="http://schemas.microsoft.com/office/drawing/2014/main" id="{D3885C0F-E384-4C49-0B01-B714CA843CBB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1048625" name="Rectangle">
              <a:extLst>
                <a:ext uri="{FF2B5EF4-FFF2-40B4-BE49-F238E27FC236}">
                  <a16:creationId xmlns:a16="http://schemas.microsoft.com/office/drawing/2014/main" id="{A69485A5-39C6-7ECA-4FEC-DA2DCBD69ECC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097160" name="Image" descr="Image">
              <a:extLst>
                <a:ext uri="{FF2B5EF4-FFF2-40B4-BE49-F238E27FC236}">
                  <a16:creationId xmlns:a16="http://schemas.microsoft.com/office/drawing/2014/main" id="{028272C2-5F39-1958-7B7F-30BE2AC733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18EBAF41-BB44-F0A1-C3C5-F8DA21B96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9007" y="52388"/>
            <a:ext cx="5392765" cy="7078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sz="2000" b="1" u="sng" dirty="0">
              <a:latin typeface="Cambria" panose="020405030504060302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altLang="zh-CN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F829CC-2295-ED0A-F55B-5F5F1FD51B67}"/>
              </a:ext>
            </a:extLst>
          </p:cNvPr>
          <p:cNvSpPr txBox="1"/>
          <p:nvPr/>
        </p:nvSpPr>
        <p:spPr>
          <a:xfrm>
            <a:off x="3032760" y="226785"/>
            <a:ext cx="610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D3A9A2-3A59-E62C-5B5B-527718BF25C0}"/>
              </a:ext>
            </a:extLst>
          </p:cNvPr>
          <p:cNvSpPr txBox="1"/>
          <p:nvPr/>
        </p:nvSpPr>
        <p:spPr>
          <a:xfrm>
            <a:off x="3029674" y="610347"/>
            <a:ext cx="610564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b="1" dirty="0" err="1">
                <a:latin typeface="Cambria" panose="02040503050406030204" pitchFamily="18" charset="0"/>
                <a:ea typeface="SimSun" panose="02010600030101010101" pitchFamily="2" charset="-122"/>
              </a:rPr>
              <a:t>strlen</a:t>
            </a:r>
            <a:r>
              <a:rPr lang="en-US" altLang="zh-CN" b="1" dirty="0">
                <a:latin typeface="Cambria" panose="02040503050406030204" pitchFamily="18" charset="0"/>
                <a:ea typeface="SimSun" panose="02010600030101010101" pitchFamily="2" charset="-122"/>
              </a:rPr>
              <a:t>(str):String Length</a:t>
            </a:r>
          </a:p>
          <a:p>
            <a:pPr eaLnBrk="1" hangingPunct="1"/>
            <a:endParaRPr lang="en-US" altLang="zh-CN" b="1" dirty="0">
              <a:latin typeface="Cambria" panose="02040503050406030204" pitchFamily="18" charset="0"/>
              <a:ea typeface="SimSun" panose="02010600030101010101" pitchFamily="2" charset="-122"/>
            </a:endParaRPr>
          </a:p>
          <a:p>
            <a:pPr eaLnBrk="1" hangingPunct="1"/>
            <a:endParaRPr lang="en-US" altLang="zh-CN" b="1" dirty="0">
              <a:latin typeface="Cambria" panose="02040503050406030204" pitchFamily="18" charset="0"/>
              <a:ea typeface="SimSun" panose="02010600030101010101" pitchFamily="2" charset="-122"/>
            </a:endParaRPr>
          </a:p>
          <a:p>
            <a:pPr eaLnBrk="1" hangingPunct="1"/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The syntax to use </a:t>
            </a:r>
            <a:r>
              <a:rPr lang="en-US" altLang="zh-CN" dirty="0" err="1">
                <a:latin typeface="Cambria" panose="02040503050406030204" pitchFamily="18" charset="0"/>
                <a:ea typeface="SimSun" panose="02010600030101010101" pitchFamily="2" charset="-122"/>
              </a:rPr>
              <a:t>strlen</a:t>
            </a:r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() is</a:t>
            </a:r>
          </a:p>
          <a:p>
            <a:pPr eaLnBrk="1" hangingPunct="1"/>
            <a:endParaRPr lang="en-US" altLang="zh-CN" dirty="0">
              <a:latin typeface="Cambria" panose="02040503050406030204" pitchFamily="18" charset="0"/>
              <a:ea typeface="SimSun" panose="02010600030101010101" pitchFamily="2" charset="-122"/>
            </a:endParaRPr>
          </a:p>
          <a:p>
            <a:pPr eaLnBrk="1" hangingPunct="1"/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       </a:t>
            </a:r>
            <a:r>
              <a:rPr lang="en-US" altLang="zh-CN" dirty="0" err="1">
                <a:latin typeface="Cambria" panose="02040503050406030204" pitchFamily="18" charset="0"/>
                <a:ea typeface="SimSun" panose="02010600030101010101" pitchFamily="2" charset="-122"/>
              </a:rPr>
              <a:t>strlen</a:t>
            </a:r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(str)</a:t>
            </a:r>
          </a:p>
          <a:p>
            <a:pPr eaLnBrk="1" hangingPunct="1"/>
            <a:endParaRPr lang="en-US" altLang="zh-CN" dirty="0">
              <a:latin typeface="Cambria" panose="02040503050406030204" pitchFamily="18" charset="0"/>
              <a:ea typeface="SimSun" panose="02010600030101010101" pitchFamily="2" charset="-12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This function returns the length of the string str i.e. it counts all the characters up to ‘\0’ except ‘\0’.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So, an empty string has length zero.</a:t>
            </a:r>
          </a:p>
          <a:p>
            <a:pPr eaLnBrk="1" hangingPunct="1"/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       </a:t>
            </a:r>
          </a:p>
          <a:p>
            <a:pPr eaLnBrk="1" hangingPunct="1"/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      Consider the string “ACIT”</a:t>
            </a:r>
          </a:p>
          <a:p>
            <a:pPr eaLnBrk="1" hangingPunct="1"/>
            <a:endParaRPr lang="en-US" altLang="zh-CN" dirty="0">
              <a:latin typeface="Cambria" panose="02040503050406030204" pitchFamily="18" charset="0"/>
              <a:ea typeface="SimSun" panose="02010600030101010101" pitchFamily="2" charset="-122"/>
            </a:endParaRPr>
          </a:p>
          <a:p>
            <a:pPr eaLnBrk="1" hangingPunct="1"/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                                           str</a:t>
            </a:r>
          </a:p>
          <a:p>
            <a:pPr fontAlgn="t"/>
            <a:endParaRPr lang="en-IN" altLang="en-US" dirty="0"/>
          </a:p>
          <a:p>
            <a:pPr eaLnBrk="1" hangingPunct="1"/>
            <a:r>
              <a:rPr lang="en-IN" altLang="en-US" dirty="0"/>
              <a:t>                 </a:t>
            </a:r>
          </a:p>
          <a:p>
            <a:pPr eaLnBrk="1" hangingPunct="1"/>
            <a:r>
              <a:rPr lang="en-IN" altLang="en-US" dirty="0"/>
              <a:t>  </a:t>
            </a:r>
            <a:r>
              <a:rPr lang="en-IN" altLang="en-US" dirty="0" err="1"/>
              <a:t>i</a:t>
            </a:r>
            <a:r>
              <a:rPr lang="en-IN" altLang="en-US" dirty="0"/>
              <a:t>               0             1            2             3            4</a:t>
            </a:r>
          </a:p>
          <a:p>
            <a:pPr eaLnBrk="1" hangingPunct="1"/>
            <a:endParaRPr lang="en-IN" altLang="en-US" dirty="0"/>
          </a:p>
          <a:p>
            <a:pPr eaLnBrk="1" hangingPunct="1"/>
            <a:r>
              <a:rPr lang="en-IN" altLang="en-US" dirty="0"/>
              <a:t>                       </a:t>
            </a:r>
            <a:r>
              <a:rPr lang="en-IN" altLang="en-US" dirty="0" err="1"/>
              <a:t>i</a:t>
            </a:r>
            <a:r>
              <a:rPr lang="en-IN" altLang="en-US" dirty="0"/>
              <a:t>=0;</a:t>
            </a:r>
          </a:p>
          <a:p>
            <a:pPr eaLnBrk="1" hangingPunct="1"/>
            <a:r>
              <a:rPr lang="en-IN" altLang="en-US" dirty="0"/>
              <a:t>                       while(str[</a:t>
            </a:r>
            <a:r>
              <a:rPr lang="en-IN" altLang="en-US" dirty="0" err="1"/>
              <a:t>i</a:t>
            </a:r>
            <a:r>
              <a:rPr lang="en-IN" altLang="en-US" dirty="0"/>
              <a:t>]!=‘\0’)</a:t>
            </a:r>
          </a:p>
          <a:p>
            <a:pPr eaLnBrk="1" hangingPunct="1"/>
            <a:r>
              <a:rPr lang="en-IN" altLang="en-US" dirty="0"/>
              <a:t>                        </a:t>
            </a:r>
            <a:r>
              <a:rPr lang="en-IN" altLang="en-US" dirty="0" err="1"/>
              <a:t>i</a:t>
            </a:r>
            <a:r>
              <a:rPr lang="en-IN" altLang="en-US" dirty="0"/>
              <a:t>++</a:t>
            </a:r>
          </a:p>
        </p:txBody>
      </p:sp>
      <p:graphicFrame>
        <p:nvGraphicFramePr>
          <p:cNvPr id="6" name="Table 17">
            <a:extLst>
              <a:ext uri="{FF2B5EF4-FFF2-40B4-BE49-F238E27FC236}">
                <a16:creationId xmlns:a16="http://schemas.microsoft.com/office/drawing/2014/main" id="{177B1D5E-32C2-B41A-6140-96031A7F8E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253098"/>
              </p:ext>
            </p:extLst>
          </p:nvPr>
        </p:nvGraphicFramePr>
        <p:xfrm>
          <a:off x="3313218" y="4542155"/>
          <a:ext cx="3937355" cy="5594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4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4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74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944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  <a:endParaRPr lang="en-IN" sz="1800" dirty="0"/>
                    </a:p>
                  </a:txBody>
                  <a:tcPr marL="91455" marR="91455" marT="45637" marB="4563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  <a:endParaRPr lang="en-IN" sz="1800" dirty="0"/>
                    </a:p>
                  </a:txBody>
                  <a:tcPr marL="91455" marR="91455" marT="45637" marB="4563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I</a:t>
                      </a:r>
                      <a:endParaRPr lang="en-IN" sz="1800" dirty="0"/>
                    </a:p>
                  </a:txBody>
                  <a:tcPr marL="91455" marR="91455" marT="45637" marB="4563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</a:t>
                      </a:r>
                      <a:endParaRPr lang="en-IN" sz="1800" dirty="0"/>
                    </a:p>
                  </a:txBody>
                  <a:tcPr marL="91455" marR="91455" marT="45637" marB="4563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\n</a:t>
                      </a:r>
                      <a:endParaRPr lang="en-IN" sz="1800" dirty="0"/>
                    </a:p>
                  </a:txBody>
                  <a:tcPr marL="91455" marR="91455" marT="45637" marB="4563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06FA94D-FB72-4C34-A742-203D7DECE371}"/>
              </a:ext>
            </a:extLst>
          </p:cNvPr>
          <p:cNvCxnSpPr/>
          <p:nvPr/>
        </p:nvCxnSpPr>
        <p:spPr>
          <a:xfrm>
            <a:off x="3404586" y="5234570"/>
            <a:ext cx="571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626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A402F-0088-04BF-DFF1-ACDD31FCF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Rectangle">
            <a:extLst>
              <a:ext uri="{FF2B5EF4-FFF2-40B4-BE49-F238E27FC236}">
                <a16:creationId xmlns:a16="http://schemas.microsoft.com/office/drawing/2014/main" id="{75E98DA9-19A0-5DE7-31CC-953370508DCE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1048623" name="Rectangle">
            <a:extLst>
              <a:ext uri="{FF2B5EF4-FFF2-40B4-BE49-F238E27FC236}">
                <a16:creationId xmlns:a16="http://schemas.microsoft.com/office/drawing/2014/main" id="{FE13935E-816D-D2D5-7656-1A19D9540123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91" name="Group 32">
            <a:extLst>
              <a:ext uri="{FF2B5EF4-FFF2-40B4-BE49-F238E27FC236}">
                <a16:creationId xmlns:a16="http://schemas.microsoft.com/office/drawing/2014/main" id="{32EC76DE-1BD8-460C-950C-648D38DB1860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1048624" name="Rectangle">
              <a:extLst>
                <a:ext uri="{FF2B5EF4-FFF2-40B4-BE49-F238E27FC236}">
                  <a16:creationId xmlns:a16="http://schemas.microsoft.com/office/drawing/2014/main" id="{A8F09520-DD3C-BAF6-B532-6BD4EF437B3E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1048625" name="Rectangle">
              <a:extLst>
                <a:ext uri="{FF2B5EF4-FFF2-40B4-BE49-F238E27FC236}">
                  <a16:creationId xmlns:a16="http://schemas.microsoft.com/office/drawing/2014/main" id="{17C15732-38CA-FC02-5E7D-CCF64B60B567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097160" name="Image" descr="Image">
              <a:extLst>
                <a:ext uri="{FF2B5EF4-FFF2-40B4-BE49-F238E27FC236}">
                  <a16:creationId xmlns:a16="http://schemas.microsoft.com/office/drawing/2014/main" id="{6A75947B-2797-DC23-34E1-A6230C0877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4E5F0BFC-234A-ABD9-6EEC-C78357499D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9007" y="52388"/>
            <a:ext cx="5392765" cy="7078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sz="2000" b="1" u="sng" dirty="0">
              <a:latin typeface="Cambria" panose="020405030504060302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altLang="zh-CN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4C521C-3EE5-4044-C09C-8E38B36C2E4C}"/>
              </a:ext>
            </a:extLst>
          </p:cNvPr>
          <p:cNvSpPr txBox="1"/>
          <p:nvPr/>
        </p:nvSpPr>
        <p:spPr>
          <a:xfrm>
            <a:off x="3032760" y="226785"/>
            <a:ext cx="610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graphicFrame>
        <p:nvGraphicFramePr>
          <p:cNvPr id="11" name="Table 6">
            <a:extLst>
              <a:ext uri="{FF2B5EF4-FFF2-40B4-BE49-F238E27FC236}">
                <a16:creationId xmlns:a16="http://schemas.microsoft.com/office/drawing/2014/main" id="{E24F90CE-9589-0708-7229-526A8DAA4A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537370"/>
              </p:ext>
            </p:extLst>
          </p:nvPr>
        </p:nvGraphicFramePr>
        <p:xfrm>
          <a:off x="2926158" y="226785"/>
          <a:ext cx="7019729" cy="6503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68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2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57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Built_in</a:t>
                      </a:r>
                      <a:r>
                        <a:rPr lang="en-US" sz="1800" dirty="0"/>
                        <a:t> function</a:t>
                      </a:r>
                      <a:endParaRPr lang="en-IN" sz="1800" dirty="0"/>
                    </a:p>
                  </a:txBody>
                  <a:tcPr marL="91437" marR="91437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User-defined function</a:t>
                      </a:r>
                      <a:endParaRPr lang="en-IN" sz="1800" dirty="0"/>
                    </a:p>
                  </a:txBody>
                  <a:tcPr marL="91437" marR="91437" marT="45718" marB="4571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1312">
                <a:tc>
                  <a:txBody>
                    <a:bodyPr/>
                    <a:lstStyle/>
                    <a:p>
                      <a:r>
                        <a:rPr lang="en-US" sz="2000" dirty="0"/>
                        <a:t>#include&lt;</a:t>
                      </a:r>
                      <a:r>
                        <a:rPr lang="en-US" sz="2000" dirty="0" err="1"/>
                        <a:t>stdio.h</a:t>
                      </a:r>
                      <a:r>
                        <a:rPr lang="en-US" sz="2000" dirty="0"/>
                        <a:t>&gt;</a:t>
                      </a:r>
                    </a:p>
                    <a:p>
                      <a:r>
                        <a:rPr lang="en-US" sz="2000" dirty="0"/>
                        <a:t>#include&lt;</a:t>
                      </a:r>
                      <a:r>
                        <a:rPr lang="en-US" sz="2000" dirty="0" err="1"/>
                        <a:t>string.h</a:t>
                      </a:r>
                      <a:r>
                        <a:rPr lang="en-US" sz="2000" dirty="0"/>
                        <a:t>&gt;</a:t>
                      </a:r>
                    </a:p>
                    <a:p>
                      <a:r>
                        <a:rPr lang="en-US" sz="2000" dirty="0"/>
                        <a:t>void main()</a:t>
                      </a:r>
                    </a:p>
                    <a:p>
                      <a:r>
                        <a:rPr lang="en-US" sz="2000" dirty="0"/>
                        <a:t>{</a:t>
                      </a:r>
                    </a:p>
                    <a:p>
                      <a:r>
                        <a:rPr lang="en-US" sz="2000" dirty="0"/>
                        <a:t>    char str[]=“RAMA”;</a:t>
                      </a:r>
                    </a:p>
                    <a:p>
                      <a:r>
                        <a:rPr lang="en-US" sz="2000" dirty="0"/>
                        <a:t>    </a:t>
                      </a:r>
                      <a:r>
                        <a:rPr lang="en-US" sz="2000" dirty="0" err="1"/>
                        <a:t>printf</a:t>
                      </a:r>
                      <a:r>
                        <a:rPr lang="en-US" sz="2000" dirty="0"/>
                        <a:t>(“Length = %d\n”,</a:t>
                      </a:r>
                      <a:r>
                        <a:rPr lang="en-US" sz="2000" dirty="0" err="1"/>
                        <a:t>strlen</a:t>
                      </a:r>
                      <a:r>
                        <a:rPr lang="en-US" sz="2000" dirty="0"/>
                        <a:t>(str));</a:t>
                      </a:r>
                    </a:p>
                    <a:p>
                      <a:r>
                        <a:rPr lang="en-US" sz="2000" dirty="0"/>
                        <a:t>} </a:t>
                      </a:r>
                    </a:p>
                    <a:p>
                      <a:endParaRPr lang="en-US" sz="2000" dirty="0"/>
                    </a:p>
                    <a:p>
                      <a:r>
                        <a:rPr lang="en-US" sz="2000" b="1" dirty="0"/>
                        <a:t>OUTPUT</a:t>
                      </a:r>
                    </a:p>
                    <a:p>
                      <a:r>
                        <a:rPr lang="en-US" sz="2000" b="0" dirty="0"/>
                        <a:t>Length=4</a:t>
                      </a:r>
                      <a:endParaRPr lang="en-IN" sz="2000" b="0" dirty="0"/>
                    </a:p>
                  </a:txBody>
                  <a:tcPr marL="91437" marR="91437" marT="45718" marB="4571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#include&lt;</a:t>
                      </a:r>
                      <a:r>
                        <a:rPr lang="en-US" sz="1800" dirty="0" err="1"/>
                        <a:t>stdio.h</a:t>
                      </a:r>
                      <a:r>
                        <a:rPr lang="en-US" sz="1800" dirty="0"/>
                        <a:t>&gt;</a:t>
                      </a:r>
                    </a:p>
                    <a:p>
                      <a:r>
                        <a:rPr lang="en-US" sz="1800" dirty="0"/>
                        <a:t>#include&lt;</a:t>
                      </a:r>
                      <a:r>
                        <a:rPr lang="en-US" sz="1800" dirty="0" err="1"/>
                        <a:t>string.h</a:t>
                      </a:r>
                      <a:r>
                        <a:rPr lang="en-US" sz="1800" dirty="0"/>
                        <a:t>&gt;</a:t>
                      </a:r>
                    </a:p>
                    <a:p>
                      <a:r>
                        <a:rPr lang="en-IN" sz="1800" dirty="0"/>
                        <a:t>Void main()</a:t>
                      </a:r>
                    </a:p>
                    <a:p>
                      <a:r>
                        <a:rPr lang="en-IN" sz="1800" dirty="0"/>
                        <a:t>{</a:t>
                      </a:r>
                    </a:p>
                    <a:p>
                      <a:r>
                        <a:rPr lang="en-IN" sz="1800" dirty="0"/>
                        <a:t>   char str[20];</a:t>
                      </a:r>
                    </a:p>
                    <a:p>
                      <a:r>
                        <a:rPr lang="en-IN" sz="1800" dirty="0"/>
                        <a:t>   int </a:t>
                      </a:r>
                      <a:r>
                        <a:rPr lang="en-IN" sz="1800" dirty="0" err="1"/>
                        <a:t>i</a:t>
                      </a:r>
                      <a:r>
                        <a:rPr lang="en-IN" sz="1800" dirty="0"/>
                        <a:t> = 0; </a:t>
                      </a:r>
                    </a:p>
                    <a:p>
                      <a:r>
                        <a:rPr lang="en-IN" sz="1800" dirty="0"/>
                        <a:t>   </a:t>
                      </a:r>
                      <a:r>
                        <a:rPr lang="en-IN" sz="1800" dirty="0" err="1"/>
                        <a:t>printf</a:t>
                      </a:r>
                      <a:r>
                        <a:rPr lang="en-IN" sz="1800" dirty="0"/>
                        <a:t>(“Enter the string\n”);</a:t>
                      </a:r>
                    </a:p>
                    <a:p>
                      <a:r>
                        <a:rPr lang="en-IN" sz="1800" dirty="0"/>
                        <a:t>   gets(str);</a:t>
                      </a:r>
                    </a:p>
                    <a:p>
                      <a:r>
                        <a:rPr lang="en-IN" sz="1800" dirty="0"/>
                        <a:t>   </a:t>
                      </a:r>
                      <a:r>
                        <a:rPr lang="en-IN" sz="1800" dirty="0" err="1"/>
                        <a:t>i</a:t>
                      </a:r>
                      <a:r>
                        <a:rPr lang="en-IN" sz="1800" dirty="0"/>
                        <a:t>=0;                          </a:t>
                      </a:r>
                    </a:p>
                    <a:p>
                      <a:r>
                        <a:rPr lang="en-IN" sz="1800" dirty="0"/>
                        <a:t>   while( str[</a:t>
                      </a:r>
                      <a:r>
                        <a:rPr lang="en-IN" sz="1800" dirty="0" err="1"/>
                        <a:t>i</a:t>
                      </a:r>
                      <a:r>
                        <a:rPr lang="en-IN" sz="1800" dirty="0"/>
                        <a:t>] != '\0’)  </a:t>
                      </a:r>
                    </a:p>
                    <a:p>
                      <a:r>
                        <a:rPr lang="en-IN" sz="1800" dirty="0"/>
                        <a:t>   { </a:t>
                      </a:r>
                    </a:p>
                    <a:p>
                      <a:r>
                        <a:rPr lang="en-IN" sz="1800" dirty="0"/>
                        <a:t>      </a:t>
                      </a:r>
                      <a:r>
                        <a:rPr lang="en-IN" sz="1800" dirty="0" err="1"/>
                        <a:t>i</a:t>
                      </a:r>
                      <a:r>
                        <a:rPr lang="en-IN" sz="1800" dirty="0"/>
                        <a:t> + +;               \\0   1      2     3 </a:t>
                      </a:r>
                    </a:p>
                    <a:p>
                      <a:r>
                        <a:rPr lang="en-IN" sz="1800" dirty="0"/>
                        <a:t>   } </a:t>
                      </a:r>
                    </a:p>
                    <a:p>
                      <a:r>
                        <a:rPr lang="en-IN" sz="1800" dirty="0"/>
                        <a:t>   </a:t>
                      </a:r>
                      <a:r>
                        <a:rPr lang="en-IN" sz="1800" dirty="0" err="1"/>
                        <a:t>printf</a:t>
                      </a:r>
                      <a:r>
                        <a:rPr lang="en-IN" sz="1800" dirty="0"/>
                        <a:t>(“Length = %d\n”,</a:t>
                      </a:r>
                      <a:r>
                        <a:rPr lang="en-IN" sz="1800" dirty="0" err="1"/>
                        <a:t>i</a:t>
                      </a:r>
                      <a:r>
                        <a:rPr lang="en-IN" sz="1800" dirty="0"/>
                        <a:t>);  //3</a:t>
                      </a:r>
                    </a:p>
                    <a:p>
                      <a:r>
                        <a:rPr lang="en-IN" sz="1800" dirty="0"/>
                        <a:t>} </a:t>
                      </a:r>
                    </a:p>
                    <a:p>
                      <a:endParaRPr lang="en-IN" sz="1800" dirty="0"/>
                    </a:p>
                    <a:p>
                      <a:r>
                        <a:rPr lang="en-IN" sz="1800" b="1" dirty="0"/>
                        <a:t>INPUT</a:t>
                      </a:r>
                    </a:p>
                    <a:p>
                      <a:r>
                        <a:rPr lang="en-IN" sz="1800" b="0" dirty="0"/>
                        <a:t>AIT                      </a:t>
                      </a:r>
                    </a:p>
                    <a:p>
                      <a:endParaRPr lang="en-IN" sz="1800" b="0" dirty="0"/>
                    </a:p>
                    <a:p>
                      <a:r>
                        <a:rPr lang="en-IN" sz="1800" b="1" dirty="0"/>
                        <a:t>OUTPUT</a:t>
                      </a:r>
                    </a:p>
                    <a:p>
                      <a:r>
                        <a:rPr lang="en-IN" sz="1800" b="1" dirty="0"/>
                        <a:t>Length=3</a:t>
                      </a:r>
                    </a:p>
                  </a:txBody>
                  <a:tcPr marL="91437" marR="91437" marT="45718" marB="4571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3405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C0412-51D7-B043-988E-0DB7375C3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Rectangle">
            <a:extLst>
              <a:ext uri="{FF2B5EF4-FFF2-40B4-BE49-F238E27FC236}">
                <a16:creationId xmlns:a16="http://schemas.microsoft.com/office/drawing/2014/main" id="{08F393E1-065D-18EC-A994-88A42B696486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1048623" name="Rectangle">
            <a:extLst>
              <a:ext uri="{FF2B5EF4-FFF2-40B4-BE49-F238E27FC236}">
                <a16:creationId xmlns:a16="http://schemas.microsoft.com/office/drawing/2014/main" id="{5BB11010-18DB-9C64-12F4-7DB35F42DD86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91" name="Group 32">
            <a:extLst>
              <a:ext uri="{FF2B5EF4-FFF2-40B4-BE49-F238E27FC236}">
                <a16:creationId xmlns:a16="http://schemas.microsoft.com/office/drawing/2014/main" id="{1C43C68A-41C3-896B-6D89-2D6A697F5ACE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1048624" name="Rectangle">
              <a:extLst>
                <a:ext uri="{FF2B5EF4-FFF2-40B4-BE49-F238E27FC236}">
                  <a16:creationId xmlns:a16="http://schemas.microsoft.com/office/drawing/2014/main" id="{90BF39F0-CE57-6C91-A1E3-D77A6B509782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1048625" name="Rectangle">
              <a:extLst>
                <a:ext uri="{FF2B5EF4-FFF2-40B4-BE49-F238E27FC236}">
                  <a16:creationId xmlns:a16="http://schemas.microsoft.com/office/drawing/2014/main" id="{B77B930C-6B05-5C70-F960-F76F12E74C54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097160" name="Image" descr="Image">
              <a:extLst>
                <a:ext uri="{FF2B5EF4-FFF2-40B4-BE49-F238E27FC236}">
                  <a16:creationId xmlns:a16="http://schemas.microsoft.com/office/drawing/2014/main" id="{6E4F3442-6FF5-B365-BA33-85A99AB581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6D8C4C55-A26D-B73C-B1DF-BCC387648A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8935" y="0"/>
            <a:ext cx="5392765" cy="7078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sz="2000" b="1" u="sng" dirty="0">
              <a:latin typeface="Cambria" panose="020405030504060302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altLang="zh-CN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24FC74-ACD0-380A-EF7D-B920E31B7437}"/>
              </a:ext>
            </a:extLst>
          </p:cNvPr>
          <p:cNvSpPr txBox="1"/>
          <p:nvPr/>
        </p:nvSpPr>
        <p:spPr>
          <a:xfrm>
            <a:off x="3032760" y="226785"/>
            <a:ext cx="610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97E69D-E4D3-FD51-132F-75CF5669EAFC}"/>
              </a:ext>
            </a:extLst>
          </p:cNvPr>
          <p:cNvSpPr txBox="1"/>
          <p:nvPr/>
        </p:nvSpPr>
        <p:spPr>
          <a:xfrm>
            <a:off x="2736267" y="226786"/>
            <a:ext cx="639905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 err="1">
                <a:latin typeface="Cambria" panose="02040503050406030204" pitchFamily="18" charset="0"/>
                <a:ea typeface="Cambria" panose="02040503050406030204" pitchFamily="18" charset="0"/>
              </a:rPr>
              <a:t>strcat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(s1,s2)-string concatenate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Syntax: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It is defined in “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string.h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”.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                 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strcat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(char s1[], char s2[]);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Where: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           s1 is the first string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           s2 is the second string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The function copies all the characters of string s2 to the end of string s1.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s1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			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s2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               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                                  After </a:t>
            </a:r>
            <a:r>
              <a:rPr lang="en-IN" b="1" dirty="0" err="1">
                <a:latin typeface="Cambria" panose="02040503050406030204" pitchFamily="18" charset="0"/>
                <a:ea typeface="Cambria" panose="02040503050406030204" pitchFamily="18" charset="0"/>
              </a:rPr>
              <a:t>strcat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(s1, s2);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Table 16">
            <a:extLst>
              <a:ext uri="{FF2B5EF4-FFF2-40B4-BE49-F238E27FC236}">
                <a16:creationId xmlns:a16="http://schemas.microsoft.com/office/drawing/2014/main" id="{1936D257-45FE-55D7-032B-7BE2455D48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412529"/>
              </p:ext>
            </p:extLst>
          </p:nvPr>
        </p:nvGraphicFramePr>
        <p:xfrm>
          <a:off x="3147653" y="3833934"/>
          <a:ext cx="2322510" cy="341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06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49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0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202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1497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41312">
                <a:tc>
                  <a:txBody>
                    <a:bodyPr/>
                    <a:lstStyle/>
                    <a:p>
                      <a:r>
                        <a:rPr lang="en-US" sz="1200" dirty="0"/>
                        <a:t>V</a:t>
                      </a:r>
                      <a:endParaRPr lang="en-IN" sz="1200" dirty="0"/>
                    </a:p>
                  </a:txBody>
                  <a:tcPr marL="91449" marR="91449" marT="45673" marB="4567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</a:t>
                      </a:r>
                      <a:endParaRPr lang="en-IN" sz="1200" dirty="0"/>
                    </a:p>
                  </a:txBody>
                  <a:tcPr marL="91449" marR="91449" marT="45673" marB="4567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V</a:t>
                      </a:r>
                      <a:endParaRPr lang="en-IN" sz="1200" dirty="0"/>
                    </a:p>
                  </a:txBody>
                  <a:tcPr marL="91449" marR="91449" marT="45673" marB="4567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</a:t>
                      </a:r>
                      <a:endParaRPr lang="en-IN" sz="1200" dirty="0"/>
                    </a:p>
                  </a:txBody>
                  <a:tcPr marL="91449" marR="91449" marT="45673" marB="45673"/>
                </a:tc>
                <a:tc>
                  <a:txBody>
                    <a:bodyPr/>
                    <a:lstStyle/>
                    <a:p>
                      <a:r>
                        <a:rPr lang="en-US" sz="1200" b="0" dirty="0"/>
                        <a:t>K</a:t>
                      </a:r>
                      <a:endParaRPr lang="en-IN" sz="1200" b="0" dirty="0"/>
                    </a:p>
                  </a:txBody>
                  <a:tcPr marL="91449" marR="91449" marT="45673" marB="4567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\0</a:t>
                      </a:r>
                      <a:endParaRPr lang="en-IN" sz="1200" dirty="0"/>
                    </a:p>
                  </a:txBody>
                  <a:tcPr marL="91449" marR="91449" marT="45673" marB="4567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?</a:t>
                      </a:r>
                      <a:endParaRPr lang="en-IN" sz="1200" dirty="0"/>
                    </a:p>
                  </a:txBody>
                  <a:tcPr marL="91449" marR="91449" marT="45673" marB="4567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?</a:t>
                      </a:r>
                      <a:endParaRPr lang="en-IN" sz="1200" dirty="0"/>
                    </a:p>
                  </a:txBody>
                  <a:tcPr marL="91449" marR="91449" marT="45673" marB="4567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?</a:t>
                      </a:r>
                      <a:endParaRPr lang="en-IN" sz="1200" dirty="0"/>
                    </a:p>
                  </a:txBody>
                  <a:tcPr marL="91449" marR="91449" marT="45673" marB="4567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?</a:t>
                      </a:r>
                      <a:endParaRPr lang="en-IN" sz="1200" dirty="0"/>
                    </a:p>
                  </a:txBody>
                  <a:tcPr marL="91449" marR="91449" marT="45673" marB="4567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16">
            <a:extLst>
              <a:ext uri="{FF2B5EF4-FFF2-40B4-BE49-F238E27FC236}">
                <a16:creationId xmlns:a16="http://schemas.microsoft.com/office/drawing/2014/main" id="{93CC8541-BD03-7495-769F-A61FA52AAD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408669"/>
              </p:ext>
            </p:extLst>
          </p:nvPr>
        </p:nvGraphicFramePr>
        <p:xfrm>
          <a:off x="5975811" y="3833934"/>
          <a:ext cx="2706689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4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60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05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63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63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363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363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1964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34" marR="914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34" marR="914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34" marR="914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34" marR="914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\0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34" marR="9143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?</a:t>
                      </a:r>
                      <a:endParaRPr lang="en-IN" sz="1200" b="1" kern="1200" dirty="0">
                        <a:solidFill>
                          <a:schemeClr val="lt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 algn="ctr"/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34" marR="914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?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34" marR="914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?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34" marR="914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?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34" marR="914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?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34" marR="9143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20">
            <a:extLst>
              <a:ext uri="{FF2B5EF4-FFF2-40B4-BE49-F238E27FC236}">
                <a16:creationId xmlns:a16="http://schemas.microsoft.com/office/drawing/2014/main" id="{8D8CFBC5-8DB3-0DC1-5B1B-83891E9AA6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006223"/>
              </p:ext>
            </p:extLst>
          </p:nvPr>
        </p:nvGraphicFramePr>
        <p:xfrm>
          <a:off x="3808871" y="5122359"/>
          <a:ext cx="4333880" cy="365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3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33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33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33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33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33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33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33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V</a:t>
                      </a:r>
                      <a:endParaRPr lang="en-IN" sz="1800" dirty="0"/>
                    </a:p>
                  </a:txBody>
                  <a:tcPr marL="91424" marR="91424" marT="45581" marB="455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I</a:t>
                      </a:r>
                      <a:endParaRPr lang="en-IN" sz="1800" dirty="0"/>
                    </a:p>
                  </a:txBody>
                  <a:tcPr marL="91424" marR="91424" marT="45581" marB="455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V</a:t>
                      </a:r>
                      <a:endParaRPr lang="en-IN" sz="1800" dirty="0"/>
                    </a:p>
                  </a:txBody>
                  <a:tcPr marL="91424" marR="91424" marT="45581" marB="455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  <a:endParaRPr lang="en-IN" sz="1800" dirty="0"/>
                    </a:p>
                  </a:txBody>
                  <a:tcPr marL="91424" marR="91424" marT="45581" marB="455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K</a:t>
                      </a:r>
                      <a:endParaRPr lang="en-IN" sz="1800" dirty="0"/>
                    </a:p>
                  </a:txBody>
                  <a:tcPr marL="91424" marR="91424" marT="45581" marB="455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</a:t>
                      </a:r>
                      <a:endParaRPr lang="en-IN" sz="1800" dirty="0"/>
                    </a:p>
                  </a:txBody>
                  <a:tcPr marL="91424" marR="91424" marT="45581" marB="455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  <a:endParaRPr lang="en-IN" sz="1800" dirty="0"/>
                    </a:p>
                  </a:txBody>
                  <a:tcPr marL="91424" marR="91424" marT="45581" marB="455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</a:t>
                      </a:r>
                      <a:endParaRPr lang="en-IN" sz="1800" dirty="0"/>
                    </a:p>
                  </a:txBody>
                  <a:tcPr marL="91424" marR="91424" marT="45581" marB="455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  <a:endParaRPr lang="en-IN" sz="1800" dirty="0"/>
                    </a:p>
                  </a:txBody>
                  <a:tcPr marL="91424" marR="91424" marT="45581" marB="455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\0</a:t>
                      </a:r>
                      <a:endParaRPr lang="en-IN" sz="1800" dirty="0"/>
                    </a:p>
                  </a:txBody>
                  <a:tcPr marL="91424" marR="91424" marT="45581" marB="4558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0327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9DC2C-9D57-5E92-7747-9C2DED002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Rectangle">
            <a:extLst>
              <a:ext uri="{FF2B5EF4-FFF2-40B4-BE49-F238E27FC236}">
                <a16:creationId xmlns:a16="http://schemas.microsoft.com/office/drawing/2014/main" id="{549DEC1D-774C-FA33-01A6-F0AE3E169304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1048623" name="Rectangle">
            <a:extLst>
              <a:ext uri="{FF2B5EF4-FFF2-40B4-BE49-F238E27FC236}">
                <a16:creationId xmlns:a16="http://schemas.microsoft.com/office/drawing/2014/main" id="{71A16A97-3512-0C22-9E99-756F1B276608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91" name="Group 32">
            <a:extLst>
              <a:ext uri="{FF2B5EF4-FFF2-40B4-BE49-F238E27FC236}">
                <a16:creationId xmlns:a16="http://schemas.microsoft.com/office/drawing/2014/main" id="{1867897E-F28A-CB22-91A1-F9A8E3A53537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1048624" name="Rectangle">
              <a:extLst>
                <a:ext uri="{FF2B5EF4-FFF2-40B4-BE49-F238E27FC236}">
                  <a16:creationId xmlns:a16="http://schemas.microsoft.com/office/drawing/2014/main" id="{F4A8CB1E-7D33-7ED0-4331-BE01007F286B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1048625" name="Rectangle">
              <a:extLst>
                <a:ext uri="{FF2B5EF4-FFF2-40B4-BE49-F238E27FC236}">
                  <a16:creationId xmlns:a16="http://schemas.microsoft.com/office/drawing/2014/main" id="{045F220B-85DC-8556-F75E-5DE304C66B89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097160" name="Image" descr="Image">
              <a:extLst>
                <a:ext uri="{FF2B5EF4-FFF2-40B4-BE49-F238E27FC236}">
                  <a16:creationId xmlns:a16="http://schemas.microsoft.com/office/drawing/2014/main" id="{FF5EAF6B-B6EB-D7D6-BAEC-D6C7599704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DC1DFE34-E732-8A9F-1C37-037A80A0E2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9007" y="52388"/>
            <a:ext cx="5392765" cy="7078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sz="2000" b="1" u="sng" dirty="0">
              <a:latin typeface="Cambria" panose="020405030504060302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altLang="zh-CN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FEDD8B-B536-8EC1-98B9-FC6C6489DA18}"/>
              </a:ext>
            </a:extLst>
          </p:cNvPr>
          <p:cNvSpPr txBox="1"/>
          <p:nvPr/>
        </p:nvSpPr>
        <p:spPr>
          <a:xfrm>
            <a:off x="3032760" y="226785"/>
            <a:ext cx="610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graphicFrame>
        <p:nvGraphicFramePr>
          <p:cNvPr id="2" name="Table 6">
            <a:extLst>
              <a:ext uri="{FF2B5EF4-FFF2-40B4-BE49-F238E27FC236}">
                <a16:creationId xmlns:a16="http://schemas.microsoft.com/office/drawing/2014/main" id="{3A011606-C051-22D4-99BE-9AD324B5F4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274574"/>
              </p:ext>
            </p:extLst>
          </p:nvPr>
        </p:nvGraphicFramePr>
        <p:xfrm>
          <a:off x="3029716" y="47626"/>
          <a:ext cx="6906087" cy="66830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1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4205">
                <a:tc>
                  <a:txBody>
                    <a:bodyPr/>
                    <a:lstStyle/>
                    <a:p>
                      <a:r>
                        <a:rPr lang="en-US" sz="1800" dirty="0" err="1"/>
                        <a:t>Built_in</a:t>
                      </a:r>
                      <a:r>
                        <a:rPr lang="en-US" sz="1800" dirty="0"/>
                        <a:t> function</a:t>
                      </a:r>
                      <a:endParaRPr lang="en-IN" sz="1800" dirty="0"/>
                    </a:p>
                  </a:txBody>
                  <a:tcPr marL="91453" marR="91453" marT="45721" marB="4572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User defined function</a:t>
                      </a:r>
                    </a:p>
                  </a:txBody>
                  <a:tcPr marL="91453" marR="91453" marT="45721" marB="4572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938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#include &lt;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stdio.h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endParaRPr lang="en-US" sz="1800" dirty="0"/>
                    </a:p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void main()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</a:p>
                    <a:p>
                      <a:r>
                        <a:rPr lang="en-US" sz="1800" dirty="0"/>
                        <a:t> </a:t>
                      </a:r>
                    </a:p>
                    <a:p>
                      <a:r>
                        <a:rPr lang="en-US" sz="1800" dirty="0"/>
                        <a:t>char s1[15]=“RAMA”;</a:t>
                      </a:r>
                    </a:p>
                    <a:p>
                      <a:r>
                        <a:rPr lang="en-US" sz="1800" dirty="0"/>
                        <a:t>Char s2[]=“KRISHNA”;</a:t>
                      </a:r>
                    </a:p>
                    <a:p>
                      <a:endParaRPr lang="en-US" sz="1800" dirty="0"/>
                    </a:p>
                    <a:p>
                      <a:r>
                        <a:rPr lang="en-US" sz="1800" dirty="0" err="1"/>
                        <a:t>strcat</a:t>
                      </a:r>
                      <a:r>
                        <a:rPr lang="en-US" sz="1800" dirty="0"/>
                        <a:t>(s1,s2);</a:t>
                      </a:r>
                    </a:p>
                    <a:p>
                      <a:pPr algn="l"/>
                      <a:endParaRPr lang="en-US" sz="1800" dirty="0">
                        <a:latin typeface="+mn-lt"/>
                        <a:ea typeface="+mn-ea"/>
                      </a:endParaRPr>
                    </a:p>
                    <a:p>
                      <a:pPr algn="l"/>
                      <a:r>
                        <a:rPr lang="en-US" sz="18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printf</a:t>
                      </a:r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(“Con string =%s\n”,s1);</a:t>
                      </a:r>
                    </a:p>
                    <a:p>
                      <a:endParaRPr lang="en-US" sz="1800" dirty="0"/>
                    </a:p>
                    <a:p>
                      <a:r>
                        <a:rPr lang="en-US" sz="1800" dirty="0"/>
                        <a:t>}</a:t>
                      </a:r>
                    </a:p>
                    <a:p>
                      <a:endParaRPr lang="en-US" sz="1800" dirty="0"/>
                    </a:p>
                    <a:p>
                      <a:r>
                        <a:rPr lang="en-US" sz="1800" b="1" dirty="0"/>
                        <a:t>OUTPUT:</a:t>
                      </a:r>
                      <a:endParaRPr lang="en-US" sz="1800" b="0" dirty="0"/>
                    </a:p>
                    <a:p>
                      <a:endParaRPr lang="en-US" sz="1800" b="0" dirty="0"/>
                    </a:p>
                    <a:p>
                      <a:r>
                        <a:rPr lang="en-US" sz="1800" b="0" dirty="0"/>
                        <a:t>Concatenated string=</a:t>
                      </a:r>
                    </a:p>
                    <a:p>
                      <a:r>
                        <a:rPr lang="en-US" sz="1800" b="1" dirty="0"/>
                        <a:t>RAMAKRISHNA</a:t>
                      </a:r>
                    </a:p>
                    <a:p>
                      <a:endParaRPr lang="en-IN" sz="1800" b="1" dirty="0"/>
                    </a:p>
                  </a:txBody>
                  <a:tcPr marL="91453" marR="91453" marT="45721" marB="45721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#include&lt;</a:t>
                      </a:r>
                      <a:r>
                        <a:rPr lang="en-IN" sz="1400" dirty="0" err="1"/>
                        <a:t>stdio.h</a:t>
                      </a:r>
                      <a:r>
                        <a:rPr lang="en-IN" sz="1400" dirty="0"/>
                        <a:t>&gt;</a:t>
                      </a:r>
                    </a:p>
                    <a:p>
                      <a:endParaRPr lang="en-IN" sz="1400" dirty="0"/>
                    </a:p>
                    <a:p>
                      <a:r>
                        <a:rPr lang="en-IN" sz="1400" dirty="0"/>
                        <a:t>Void main()</a:t>
                      </a:r>
                    </a:p>
                    <a:p>
                      <a:r>
                        <a:rPr lang="en-IN" sz="1400" dirty="0"/>
                        <a:t>{</a:t>
                      </a:r>
                    </a:p>
                    <a:p>
                      <a:endParaRPr lang="en-IN" sz="1400" dirty="0"/>
                    </a:p>
                    <a:p>
                      <a:r>
                        <a:rPr lang="en-IN" sz="1400" dirty="0"/>
                        <a:t>  int </a:t>
                      </a:r>
                      <a:r>
                        <a:rPr lang="en-IN" sz="1400" dirty="0" err="1"/>
                        <a:t>i</a:t>
                      </a:r>
                      <a:r>
                        <a:rPr lang="en-IN" sz="1400" dirty="0"/>
                        <a:t>, j; </a:t>
                      </a:r>
                    </a:p>
                    <a:p>
                      <a:r>
                        <a:rPr lang="en-IN" sz="1400" dirty="0"/>
                        <a:t>  </a:t>
                      </a:r>
                      <a:r>
                        <a:rPr lang="en-IN" sz="1400" dirty="0" err="1"/>
                        <a:t>printf</a:t>
                      </a:r>
                      <a:r>
                        <a:rPr lang="en-IN" sz="1400" dirty="0"/>
                        <a:t>("Enter the string1\n");         </a:t>
                      </a:r>
                    </a:p>
                    <a:p>
                      <a:r>
                        <a:rPr lang="en-IN" sz="1400" dirty="0"/>
                        <a:t>  </a:t>
                      </a:r>
                      <a:r>
                        <a:rPr lang="en-IN" sz="1400" dirty="0" err="1"/>
                        <a:t>scanf</a:t>
                      </a:r>
                      <a:r>
                        <a:rPr lang="en-IN" sz="1400" dirty="0"/>
                        <a:t>("%[^\n]", str1);     </a:t>
                      </a:r>
                    </a:p>
                    <a:p>
                      <a:r>
                        <a:rPr lang="en-IN" sz="1400" dirty="0"/>
                        <a:t>  </a:t>
                      </a:r>
                      <a:r>
                        <a:rPr lang="en-IN" sz="1400" dirty="0" err="1"/>
                        <a:t>printf</a:t>
                      </a:r>
                      <a:r>
                        <a:rPr lang="en-IN" sz="1400" dirty="0"/>
                        <a:t>("Enter the string2\n");       </a:t>
                      </a:r>
                    </a:p>
                    <a:p>
                      <a:r>
                        <a:rPr lang="en-IN" sz="1400" dirty="0"/>
                        <a:t>  </a:t>
                      </a:r>
                      <a:r>
                        <a:rPr lang="en-IN" sz="1400" dirty="0" err="1"/>
                        <a:t>scanf</a:t>
                      </a:r>
                      <a:r>
                        <a:rPr lang="en-IN" sz="1400" dirty="0"/>
                        <a:t>("%[^\n]", str2);     </a:t>
                      </a:r>
                    </a:p>
                    <a:p>
                      <a:r>
                        <a:rPr lang="en-IN" sz="1400" dirty="0"/>
                        <a:t>   </a:t>
                      </a:r>
                      <a:r>
                        <a:rPr lang="en-IN" sz="1400" dirty="0" err="1"/>
                        <a:t>i</a:t>
                      </a:r>
                      <a:r>
                        <a:rPr lang="en-IN" sz="1400" dirty="0"/>
                        <a:t> = 0; </a:t>
                      </a:r>
                    </a:p>
                    <a:p>
                      <a:r>
                        <a:rPr lang="en-IN" sz="1400" dirty="0"/>
                        <a:t>   while( str1[</a:t>
                      </a:r>
                      <a:r>
                        <a:rPr lang="en-IN" sz="1400" dirty="0" err="1"/>
                        <a:t>i</a:t>
                      </a:r>
                      <a:r>
                        <a:rPr lang="en-IN" sz="1400" dirty="0"/>
                        <a:t>] != '\0’)  </a:t>
                      </a:r>
                    </a:p>
                    <a:p>
                      <a:r>
                        <a:rPr lang="en-IN" sz="1400" dirty="0"/>
                        <a:t>  {   </a:t>
                      </a:r>
                    </a:p>
                    <a:p>
                      <a:r>
                        <a:rPr lang="en-IN" sz="1400" dirty="0"/>
                        <a:t>    </a:t>
                      </a:r>
                      <a:r>
                        <a:rPr lang="en-IN" sz="1400" dirty="0" err="1"/>
                        <a:t>i</a:t>
                      </a:r>
                      <a:r>
                        <a:rPr lang="en-IN" sz="1400" dirty="0"/>
                        <a:t> + +; </a:t>
                      </a:r>
                    </a:p>
                    <a:p>
                      <a:r>
                        <a:rPr lang="en-IN" sz="1400" dirty="0"/>
                        <a:t>  } </a:t>
                      </a:r>
                    </a:p>
                    <a:p>
                      <a:r>
                        <a:rPr lang="en-IN" sz="1400" dirty="0"/>
                        <a:t> </a:t>
                      </a:r>
                    </a:p>
                    <a:p>
                      <a:r>
                        <a:rPr lang="en-IN" sz="1400" dirty="0"/>
                        <a:t>   j=0; </a:t>
                      </a:r>
                    </a:p>
                    <a:p>
                      <a:r>
                        <a:rPr lang="en-IN" sz="1400" dirty="0"/>
                        <a:t>   while( str2[j] != '\0’) </a:t>
                      </a:r>
                    </a:p>
                    <a:p>
                      <a:r>
                        <a:rPr lang="en-IN" sz="1400" dirty="0"/>
                        <a:t>  {  </a:t>
                      </a:r>
                    </a:p>
                    <a:p>
                      <a:r>
                        <a:rPr lang="en-IN" sz="1400" dirty="0"/>
                        <a:t>     str1[</a:t>
                      </a:r>
                      <a:r>
                        <a:rPr lang="en-IN" sz="1400" dirty="0" err="1"/>
                        <a:t>i</a:t>
                      </a:r>
                      <a:r>
                        <a:rPr lang="en-IN" sz="1400" dirty="0"/>
                        <a:t>] = str2[j];   </a:t>
                      </a:r>
                    </a:p>
                    <a:p>
                      <a:r>
                        <a:rPr lang="en-IN" sz="1400" dirty="0"/>
                        <a:t>     </a:t>
                      </a:r>
                      <a:r>
                        <a:rPr lang="en-IN" sz="1400" dirty="0" err="1"/>
                        <a:t>i</a:t>
                      </a:r>
                      <a:r>
                        <a:rPr lang="en-IN" sz="1400" dirty="0"/>
                        <a:t> + +;</a:t>
                      </a:r>
                    </a:p>
                    <a:p>
                      <a:r>
                        <a:rPr lang="en-IN" sz="1400" dirty="0"/>
                        <a:t>     j + +;</a:t>
                      </a:r>
                    </a:p>
                    <a:p>
                      <a:r>
                        <a:rPr lang="en-IN" sz="1400" dirty="0"/>
                        <a:t>   } </a:t>
                      </a:r>
                    </a:p>
                    <a:p>
                      <a:r>
                        <a:rPr lang="en-IN" sz="1400" dirty="0"/>
                        <a:t>    str1[</a:t>
                      </a:r>
                      <a:r>
                        <a:rPr lang="en-IN" sz="1400" dirty="0" err="1"/>
                        <a:t>i</a:t>
                      </a:r>
                      <a:r>
                        <a:rPr lang="en-IN" sz="1400" dirty="0"/>
                        <a:t>] = '\0’;</a:t>
                      </a:r>
                    </a:p>
                    <a:p>
                      <a:r>
                        <a:rPr lang="en-IN" sz="1400" dirty="0"/>
                        <a:t> } </a:t>
                      </a:r>
                    </a:p>
                    <a:p>
                      <a:r>
                        <a:rPr lang="en-IN" sz="1400" dirty="0" err="1"/>
                        <a:t>printf</a:t>
                      </a:r>
                      <a:r>
                        <a:rPr lang="en-IN" sz="1400" dirty="0"/>
                        <a:t>("</a:t>
                      </a:r>
                      <a:r>
                        <a:rPr lang="en-IN" sz="1400" dirty="0" err="1"/>
                        <a:t>Concat</a:t>
                      </a:r>
                      <a:r>
                        <a:rPr lang="en-IN" sz="1400" dirty="0"/>
                        <a:t> string = %s\n", str1); </a:t>
                      </a:r>
                    </a:p>
                    <a:p>
                      <a:r>
                        <a:rPr lang="en-IN" sz="1400" dirty="0"/>
                        <a:t>}</a:t>
                      </a:r>
                    </a:p>
                    <a:p>
                      <a:endParaRPr lang="en-IN" sz="1400" dirty="0"/>
                    </a:p>
                    <a:p>
                      <a:endParaRPr lang="en-IN" sz="1400" dirty="0"/>
                    </a:p>
                  </a:txBody>
                  <a:tcPr marL="91453" marR="91453" marT="45721" marB="4572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5216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305D6-ECBE-BD6E-88BD-448C43A72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Rectangle">
            <a:extLst>
              <a:ext uri="{FF2B5EF4-FFF2-40B4-BE49-F238E27FC236}">
                <a16:creationId xmlns:a16="http://schemas.microsoft.com/office/drawing/2014/main" id="{94523377-65F7-14C3-AFEE-E8CBE7B9191D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 dirty="0"/>
          </a:p>
        </p:txBody>
      </p:sp>
      <p:sp>
        <p:nvSpPr>
          <p:cNvPr id="1048623" name="Rectangle">
            <a:extLst>
              <a:ext uri="{FF2B5EF4-FFF2-40B4-BE49-F238E27FC236}">
                <a16:creationId xmlns:a16="http://schemas.microsoft.com/office/drawing/2014/main" id="{3B032506-3F64-A489-D767-364253C57453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91" name="Group 32">
            <a:extLst>
              <a:ext uri="{FF2B5EF4-FFF2-40B4-BE49-F238E27FC236}">
                <a16:creationId xmlns:a16="http://schemas.microsoft.com/office/drawing/2014/main" id="{BA14B56D-545E-B520-B42D-BB68758FF52A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1048624" name="Rectangle">
              <a:extLst>
                <a:ext uri="{FF2B5EF4-FFF2-40B4-BE49-F238E27FC236}">
                  <a16:creationId xmlns:a16="http://schemas.microsoft.com/office/drawing/2014/main" id="{E8F8DEBD-589D-11CA-44B1-D645432C1BEE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1048625" name="Rectangle">
              <a:extLst>
                <a:ext uri="{FF2B5EF4-FFF2-40B4-BE49-F238E27FC236}">
                  <a16:creationId xmlns:a16="http://schemas.microsoft.com/office/drawing/2014/main" id="{8941DB2C-62AF-69E3-62F9-AB302938EBEB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097160" name="Image" descr="Image">
              <a:extLst>
                <a:ext uri="{FF2B5EF4-FFF2-40B4-BE49-F238E27FC236}">
                  <a16:creationId xmlns:a16="http://schemas.microsoft.com/office/drawing/2014/main" id="{6DF7707A-7298-5390-4884-204353F0AB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E0B4BC0-AC99-EA80-924C-D592E15C48CA}"/>
              </a:ext>
            </a:extLst>
          </p:cNvPr>
          <p:cNvSpPr txBox="1"/>
          <p:nvPr/>
        </p:nvSpPr>
        <p:spPr>
          <a:xfrm>
            <a:off x="3032760" y="226785"/>
            <a:ext cx="610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2D6E6C88-12BC-9BF5-F6DA-E957F6D94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2962" y="-511175"/>
            <a:ext cx="6075363" cy="803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IN" altLang="en-US" b="1" dirty="0" err="1">
                <a:latin typeface="Cambria" panose="02040503050406030204" pitchFamily="18" charset="0"/>
              </a:rPr>
              <a:t>strcpy</a:t>
            </a:r>
            <a:r>
              <a:rPr lang="en-IN" altLang="en-US" b="1" dirty="0">
                <a:latin typeface="Cambria" panose="02040503050406030204" pitchFamily="18" charset="0"/>
              </a:rPr>
              <a:t>(</a:t>
            </a:r>
            <a:r>
              <a:rPr lang="en-IN" altLang="en-US" b="1" dirty="0" err="1">
                <a:latin typeface="Cambria" panose="02040503050406030204" pitchFamily="18" charset="0"/>
              </a:rPr>
              <a:t>dest</a:t>
            </a:r>
            <a:r>
              <a:rPr lang="en-IN" altLang="en-US" b="1" dirty="0">
                <a:latin typeface="Cambria" panose="02040503050406030204" pitchFamily="18" charset="0"/>
              </a:rPr>
              <a:t>, </a:t>
            </a:r>
            <a:r>
              <a:rPr lang="en-IN" altLang="en-US" b="1" dirty="0" err="1">
                <a:latin typeface="Cambria" panose="02040503050406030204" pitchFamily="18" charset="0"/>
              </a:rPr>
              <a:t>src</a:t>
            </a:r>
            <a:r>
              <a:rPr lang="en-IN" altLang="en-US" b="1" dirty="0">
                <a:latin typeface="Cambria" panose="02040503050406030204" pitchFamily="18" charset="0"/>
              </a:rPr>
              <a:t>)-String Copy</a:t>
            </a:r>
          </a:p>
          <a:p>
            <a:pPr eaLnBrk="1" hangingPunct="1"/>
            <a:endParaRPr lang="en-IN" altLang="en-US" b="1" dirty="0">
              <a:latin typeface="Cambria" panose="02040503050406030204" pitchFamily="18" charset="0"/>
            </a:endParaRPr>
          </a:p>
          <a:p>
            <a:pPr eaLnBrk="1" hangingPunct="1"/>
            <a:endParaRPr lang="en-IN" altLang="en-US" b="1" dirty="0">
              <a:latin typeface="Cambria" panose="02040503050406030204" pitchFamily="18" charset="0"/>
            </a:endParaRPr>
          </a:p>
          <a:p>
            <a:pPr eaLnBrk="1" hangingPunct="1"/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The syntax to use </a:t>
            </a:r>
            <a:r>
              <a:rPr lang="en-US" altLang="zh-CN" dirty="0" err="1">
                <a:latin typeface="Cambria" panose="02040503050406030204" pitchFamily="18" charset="0"/>
                <a:ea typeface="SimSun" panose="02010600030101010101" pitchFamily="2" charset="-122"/>
              </a:rPr>
              <a:t>strcpy</a:t>
            </a:r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() is</a:t>
            </a:r>
          </a:p>
          <a:p>
            <a:pPr eaLnBrk="1" hangingPunct="1"/>
            <a:endParaRPr lang="en-US" altLang="zh-CN" dirty="0">
              <a:latin typeface="Cambria" panose="02040503050406030204" pitchFamily="18" charset="0"/>
              <a:ea typeface="SimSun" panose="02010600030101010101" pitchFamily="2" charset="-122"/>
            </a:endParaRPr>
          </a:p>
          <a:p>
            <a:pPr eaLnBrk="1" hangingPunct="1"/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       </a:t>
            </a:r>
            <a:r>
              <a:rPr lang="en-US" altLang="zh-CN" dirty="0" err="1">
                <a:latin typeface="Cambria" panose="02040503050406030204" pitchFamily="18" charset="0"/>
                <a:ea typeface="SimSun" panose="02010600030101010101" pitchFamily="2" charset="-122"/>
              </a:rPr>
              <a:t>strcpy</a:t>
            </a:r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(char </a:t>
            </a:r>
            <a:r>
              <a:rPr lang="en-US" altLang="zh-CN" dirty="0" err="1">
                <a:latin typeface="Cambria" panose="02040503050406030204" pitchFamily="18" charset="0"/>
                <a:ea typeface="SimSun" panose="02010600030101010101" pitchFamily="2" charset="-122"/>
              </a:rPr>
              <a:t>dest</a:t>
            </a:r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[], char </a:t>
            </a:r>
            <a:r>
              <a:rPr lang="en-US" altLang="zh-CN" dirty="0" err="1">
                <a:latin typeface="Cambria" panose="02040503050406030204" pitchFamily="18" charset="0"/>
                <a:ea typeface="SimSun" panose="02010600030101010101" pitchFamily="2" charset="-122"/>
              </a:rPr>
              <a:t>src</a:t>
            </a:r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[])</a:t>
            </a:r>
          </a:p>
          <a:p>
            <a:pPr eaLnBrk="1" hangingPunct="1"/>
            <a:endParaRPr lang="en-US" altLang="zh-CN" dirty="0">
              <a:latin typeface="Cambria" panose="02040503050406030204" pitchFamily="18" charset="0"/>
              <a:ea typeface="SimSun" panose="02010600030101010101" pitchFamily="2" charset="-122"/>
            </a:endParaRPr>
          </a:p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The function </a:t>
            </a:r>
            <a:r>
              <a:rPr lang="en-US" altLang="zh-CN" dirty="0" err="1">
                <a:latin typeface="Cambria" panose="02040503050406030204" pitchFamily="18" charset="0"/>
                <a:ea typeface="SimSun" panose="02010600030101010101" pitchFamily="2" charset="-122"/>
              </a:rPr>
              <a:t>strcpy</a:t>
            </a:r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 copies the contents of source string </a:t>
            </a:r>
            <a:r>
              <a:rPr lang="en-US" altLang="zh-CN" dirty="0" err="1">
                <a:latin typeface="Cambria" panose="02040503050406030204" pitchFamily="18" charset="0"/>
                <a:ea typeface="SimSun" panose="02010600030101010101" pitchFamily="2" charset="-122"/>
              </a:rPr>
              <a:t>src</a:t>
            </a:r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 to destination </a:t>
            </a:r>
            <a:r>
              <a:rPr lang="en-US" altLang="zh-CN" dirty="0" err="1">
                <a:latin typeface="Cambria" panose="02040503050406030204" pitchFamily="18" charset="0"/>
                <a:ea typeface="SimSun" panose="02010600030101010101" pitchFamily="2" charset="-122"/>
              </a:rPr>
              <a:t>dest</a:t>
            </a:r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 including ‘\0’.</a:t>
            </a:r>
          </a:p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So, the size of destination string </a:t>
            </a:r>
            <a:r>
              <a:rPr lang="en-US" altLang="zh-CN" b="1" dirty="0" err="1">
                <a:latin typeface="Cambria" panose="02040503050406030204" pitchFamily="18" charset="0"/>
                <a:ea typeface="SimSun" panose="02010600030101010101" pitchFamily="2" charset="-122"/>
              </a:rPr>
              <a:t>dest</a:t>
            </a:r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 should be greater or equal to the size of source string </a:t>
            </a:r>
            <a:r>
              <a:rPr lang="en-US" altLang="zh-CN" b="1" dirty="0" err="1">
                <a:latin typeface="Cambria" panose="02040503050406030204" pitchFamily="18" charset="0"/>
                <a:ea typeface="SimSun" panose="02010600030101010101" pitchFamily="2" charset="-122"/>
              </a:rPr>
              <a:t>src</a:t>
            </a:r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.</a:t>
            </a:r>
          </a:p>
          <a:p>
            <a:pPr algn="just" eaLnBrk="1" hangingPunct="1"/>
            <a:endParaRPr lang="en-US" altLang="zh-CN" dirty="0">
              <a:latin typeface="Cambria" panose="02040503050406030204" pitchFamily="18" charset="0"/>
              <a:ea typeface="SimSun" panose="02010600030101010101" pitchFamily="2" charset="-122"/>
            </a:endParaRPr>
          </a:p>
          <a:p>
            <a:pPr algn="just" eaLnBrk="1" hangingPunct="1"/>
            <a:r>
              <a:rPr lang="en-US" altLang="zh-CN" dirty="0">
                <a:latin typeface="Cambria" panose="02040503050406030204" pitchFamily="18" charset="0"/>
                <a:ea typeface="SimSun" panose="02010600030101010101" pitchFamily="2" charset="-122"/>
              </a:rPr>
              <a:t>                   </a:t>
            </a:r>
            <a:r>
              <a:rPr lang="en-US" altLang="zh-CN" b="1" dirty="0">
                <a:latin typeface="Cambria" panose="02040503050406030204" pitchFamily="18" charset="0"/>
                <a:ea typeface="SimSun" panose="02010600030101010101" pitchFamily="2" charset="-122"/>
              </a:rPr>
              <a:t>  </a:t>
            </a:r>
            <a:r>
              <a:rPr lang="en-US" altLang="zh-CN" b="1" dirty="0" err="1">
                <a:latin typeface="Cambria" panose="02040503050406030204" pitchFamily="18" charset="0"/>
                <a:ea typeface="SimSun" panose="02010600030101010101" pitchFamily="2" charset="-122"/>
              </a:rPr>
              <a:t>dest</a:t>
            </a:r>
            <a:r>
              <a:rPr lang="en-US" altLang="zh-CN" b="1" dirty="0">
                <a:latin typeface="Cambria" panose="02040503050406030204" pitchFamily="18" charset="0"/>
                <a:ea typeface="SimSun" panose="02010600030101010101" pitchFamily="2" charset="-122"/>
              </a:rPr>
              <a:t>                        </a:t>
            </a:r>
            <a:r>
              <a:rPr lang="en-US" altLang="zh-CN" b="1" dirty="0" err="1">
                <a:latin typeface="Cambria" panose="02040503050406030204" pitchFamily="18" charset="0"/>
                <a:ea typeface="SimSun" panose="02010600030101010101" pitchFamily="2" charset="-122"/>
              </a:rPr>
              <a:t>src</a:t>
            </a:r>
            <a:r>
              <a:rPr lang="en-US" altLang="zh-CN" b="1" dirty="0">
                <a:latin typeface="Cambria" panose="02040503050406030204" pitchFamily="18" charset="0"/>
                <a:ea typeface="SimSun" panose="02010600030101010101" pitchFamily="2" charset="-122"/>
              </a:rPr>
              <a:t>                     </a:t>
            </a:r>
            <a:r>
              <a:rPr lang="en-US" altLang="zh-CN" b="1" dirty="0" err="1">
                <a:latin typeface="Cambria" panose="02040503050406030204" pitchFamily="18" charset="0"/>
                <a:ea typeface="SimSun" panose="02010600030101010101" pitchFamily="2" charset="-122"/>
              </a:rPr>
              <a:t>dest</a:t>
            </a:r>
            <a:r>
              <a:rPr lang="en-US" altLang="zh-CN" b="1" dirty="0">
                <a:latin typeface="Cambria" panose="02040503050406030204" pitchFamily="18" charset="0"/>
                <a:ea typeface="SimSun" panose="02010600030101010101" pitchFamily="2" charset="-122"/>
              </a:rPr>
              <a:t>             </a:t>
            </a:r>
            <a:r>
              <a:rPr lang="en-US" altLang="zh-CN" b="1" dirty="0" err="1">
                <a:latin typeface="Cambria" panose="02040503050406030204" pitchFamily="18" charset="0"/>
                <a:ea typeface="SimSun" panose="02010600030101010101" pitchFamily="2" charset="-122"/>
              </a:rPr>
              <a:t>src</a:t>
            </a:r>
            <a:endParaRPr lang="en-US" altLang="zh-CN" dirty="0">
              <a:latin typeface="Cambria" panose="02040503050406030204" pitchFamily="18" charset="0"/>
              <a:ea typeface="SimSun" panose="02010600030101010101" pitchFamily="2" charset="-122"/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en-IN" altLang="en-US" b="1" dirty="0">
                <a:latin typeface="Cambria" panose="02040503050406030204" pitchFamily="18" charset="0"/>
              </a:rPr>
              <a:t>                 0                                            0              </a:t>
            </a:r>
            <a:r>
              <a:rPr lang="en-IN" altLang="en-US" dirty="0" err="1">
                <a:latin typeface="Cambria" panose="02040503050406030204" pitchFamily="18" charset="0"/>
              </a:rPr>
              <a:t>dest</a:t>
            </a:r>
            <a:r>
              <a:rPr lang="en-IN" altLang="en-US" dirty="0">
                <a:latin typeface="Cambria" panose="02040503050406030204" pitchFamily="18" charset="0"/>
              </a:rPr>
              <a:t>[0]= </a:t>
            </a:r>
            <a:r>
              <a:rPr lang="en-IN" altLang="en-US" dirty="0" err="1">
                <a:latin typeface="Cambria" panose="02040503050406030204" pitchFamily="18" charset="0"/>
              </a:rPr>
              <a:t>src</a:t>
            </a:r>
            <a:r>
              <a:rPr lang="en-IN" altLang="en-US" dirty="0">
                <a:latin typeface="Cambria" panose="02040503050406030204" pitchFamily="18" charset="0"/>
              </a:rPr>
              <a:t>[0]</a:t>
            </a:r>
          </a:p>
          <a:p>
            <a:pPr eaLnBrk="1" hangingPunct="1">
              <a:lnSpc>
                <a:spcPct val="150000"/>
              </a:lnSpc>
            </a:pPr>
            <a:r>
              <a:rPr lang="en-IN" altLang="en-US" b="1" dirty="0">
                <a:latin typeface="Cambria" panose="02040503050406030204" pitchFamily="18" charset="0"/>
              </a:rPr>
              <a:t>                 1                                            1              </a:t>
            </a:r>
            <a:r>
              <a:rPr lang="en-IN" altLang="en-US" dirty="0" err="1">
                <a:latin typeface="Cambria" panose="02040503050406030204" pitchFamily="18" charset="0"/>
              </a:rPr>
              <a:t>dest</a:t>
            </a:r>
            <a:r>
              <a:rPr lang="en-IN" altLang="en-US" dirty="0">
                <a:latin typeface="Cambria" panose="02040503050406030204" pitchFamily="18" charset="0"/>
              </a:rPr>
              <a:t>[1]= </a:t>
            </a:r>
            <a:r>
              <a:rPr lang="en-IN" altLang="en-US" dirty="0" err="1">
                <a:latin typeface="Cambria" panose="02040503050406030204" pitchFamily="18" charset="0"/>
              </a:rPr>
              <a:t>src</a:t>
            </a:r>
            <a:r>
              <a:rPr lang="en-IN" altLang="en-US" dirty="0">
                <a:latin typeface="Cambria" panose="02040503050406030204" pitchFamily="18" charset="0"/>
              </a:rPr>
              <a:t>[1]</a:t>
            </a:r>
            <a:r>
              <a:rPr lang="en-IN" altLang="en-US" b="1" dirty="0">
                <a:latin typeface="Cambria" panose="02040503050406030204" pitchFamily="18" charset="0"/>
              </a:rPr>
              <a:t>     </a:t>
            </a:r>
          </a:p>
          <a:p>
            <a:pPr eaLnBrk="1" hangingPunct="1">
              <a:lnSpc>
                <a:spcPct val="150000"/>
              </a:lnSpc>
            </a:pPr>
            <a:r>
              <a:rPr lang="en-IN" altLang="en-US" b="1" dirty="0">
                <a:latin typeface="Cambria" panose="02040503050406030204" pitchFamily="18" charset="0"/>
              </a:rPr>
              <a:t>                 2                                            2              </a:t>
            </a:r>
            <a:r>
              <a:rPr lang="en-IN" altLang="en-US" dirty="0" err="1">
                <a:latin typeface="Cambria" panose="02040503050406030204" pitchFamily="18" charset="0"/>
              </a:rPr>
              <a:t>dest</a:t>
            </a:r>
            <a:r>
              <a:rPr lang="en-IN" altLang="en-US" dirty="0">
                <a:latin typeface="Cambria" panose="02040503050406030204" pitchFamily="18" charset="0"/>
              </a:rPr>
              <a:t>[2]= </a:t>
            </a:r>
            <a:r>
              <a:rPr lang="en-IN" altLang="en-US" dirty="0" err="1">
                <a:latin typeface="Cambria" panose="02040503050406030204" pitchFamily="18" charset="0"/>
              </a:rPr>
              <a:t>src</a:t>
            </a:r>
            <a:r>
              <a:rPr lang="en-IN" altLang="en-US" dirty="0">
                <a:latin typeface="Cambria" panose="02040503050406030204" pitchFamily="18" charset="0"/>
              </a:rPr>
              <a:t>[2]</a:t>
            </a:r>
            <a:r>
              <a:rPr lang="en-IN" altLang="en-US" b="1" dirty="0">
                <a:latin typeface="Cambria" panose="02040503050406030204" pitchFamily="18" charset="0"/>
              </a:rPr>
              <a:t>           </a:t>
            </a:r>
          </a:p>
          <a:p>
            <a:pPr eaLnBrk="1" hangingPunct="1">
              <a:lnSpc>
                <a:spcPct val="150000"/>
              </a:lnSpc>
            </a:pPr>
            <a:r>
              <a:rPr lang="en-IN" altLang="en-US" b="1" dirty="0">
                <a:latin typeface="Cambria" panose="02040503050406030204" pitchFamily="18" charset="0"/>
              </a:rPr>
              <a:t>                 3                                            3              </a:t>
            </a:r>
            <a:r>
              <a:rPr lang="en-IN" altLang="en-US" dirty="0" err="1">
                <a:latin typeface="Cambria" panose="02040503050406030204" pitchFamily="18" charset="0"/>
              </a:rPr>
              <a:t>dest</a:t>
            </a:r>
            <a:r>
              <a:rPr lang="en-IN" altLang="en-US" dirty="0">
                <a:latin typeface="Cambria" panose="02040503050406030204" pitchFamily="18" charset="0"/>
              </a:rPr>
              <a:t>[3]= </a:t>
            </a:r>
            <a:r>
              <a:rPr lang="en-IN" altLang="en-US" dirty="0" err="1">
                <a:latin typeface="Cambria" panose="02040503050406030204" pitchFamily="18" charset="0"/>
              </a:rPr>
              <a:t>src</a:t>
            </a:r>
            <a:r>
              <a:rPr lang="en-IN" altLang="en-US" dirty="0">
                <a:latin typeface="Cambria" panose="02040503050406030204" pitchFamily="18" charset="0"/>
              </a:rPr>
              <a:t>[3]</a:t>
            </a:r>
            <a:r>
              <a:rPr lang="en-IN" altLang="en-US" b="1" dirty="0">
                <a:latin typeface="Cambria" panose="02040503050406030204" pitchFamily="18" charset="0"/>
              </a:rPr>
              <a:t>                   </a:t>
            </a:r>
          </a:p>
          <a:p>
            <a:pPr eaLnBrk="1" hangingPunct="1">
              <a:lnSpc>
                <a:spcPct val="150000"/>
              </a:lnSpc>
            </a:pPr>
            <a:r>
              <a:rPr lang="en-IN" altLang="en-US" b="1" dirty="0">
                <a:latin typeface="Cambria" panose="02040503050406030204" pitchFamily="18" charset="0"/>
              </a:rPr>
              <a:t>                 4                                            4   </a:t>
            </a:r>
          </a:p>
          <a:p>
            <a:pPr eaLnBrk="1" hangingPunct="1">
              <a:lnSpc>
                <a:spcPct val="150000"/>
              </a:lnSpc>
            </a:pPr>
            <a:r>
              <a:rPr lang="en-IN" altLang="en-US" b="1" dirty="0">
                <a:latin typeface="Cambria" panose="02040503050406030204" pitchFamily="18" charset="0"/>
              </a:rPr>
              <a:t>                                                                          </a:t>
            </a:r>
            <a:r>
              <a:rPr lang="en-IN" altLang="en-US" sz="1400" dirty="0">
                <a:latin typeface="Cambria" panose="02040503050406030204" pitchFamily="18" charset="0"/>
              </a:rPr>
              <a:t>In general, </a:t>
            </a:r>
            <a:r>
              <a:rPr lang="en-IN" altLang="en-US" sz="1400" dirty="0" err="1">
                <a:latin typeface="Cambria" panose="02040503050406030204" pitchFamily="18" charset="0"/>
              </a:rPr>
              <a:t>dest</a:t>
            </a:r>
            <a:r>
              <a:rPr lang="en-IN" altLang="en-US" sz="1400" dirty="0">
                <a:latin typeface="Cambria" panose="02040503050406030204" pitchFamily="18" charset="0"/>
              </a:rPr>
              <a:t>[</a:t>
            </a:r>
            <a:r>
              <a:rPr lang="en-IN" altLang="en-US" sz="1400" dirty="0" err="1">
                <a:latin typeface="Cambria" panose="02040503050406030204" pitchFamily="18" charset="0"/>
              </a:rPr>
              <a:t>i</a:t>
            </a:r>
            <a:r>
              <a:rPr lang="en-IN" altLang="en-US" sz="1400" dirty="0">
                <a:latin typeface="Cambria" panose="02040503050406030204" pitchFamily="18" charset="0"/>
              </a:rPr>
              <a:t>]=</a:t>
            </a:r>
            <a:r>
              <a:rPr lang="en-IN" altLang="en-US" sz="1400" dirty="0" err="1">
                <a:latin typeface="Cambria" panose="02040503050406030204" pitchFamily="18" charset="0"/>
              </a:rPr>
              <a:t>src</a:t>
            </a:r>
            <a:r>
              <a:rPr lang="en-IN" altLang="en-US" sz="1400" dirty="0">
                <a:latin typeface="Cambria" panose="02040503050406030204" pitchFamily="18" charset="0"/>
              </a:rPr>
              <a:t>[</a:t>
            </a:r>
            <a:r>
              <a:rPr lang="en-IN" altLang="en-US" sz="1400" dirty="0" err="1">
                <a:latin typeface="Cambria" panose="02040503050406030204" pitchFamily="18" charset="0"/>
              </a:rPr>
              <a:t>i</a:t>
            </a:r>
            <a:r>
              <a:rPr lang="en-IN" altLang="en-US" sz="1400" dirty="0">
                <a:latin typeface="Cambria" panose="02040503050406030204" pitchFamily="18" charset="0"/>
              </a:rPr>
              <a:t>]</a:t>
            </a:r>
            <a:r>
              <a:rPr lang="en-IN" altLang="en-US" sz="1400" b="1" dirty="0">
                <a:latin typeface="Cambria" panose="02040503050406030204" pitchFamily="18" charset="0"/>
              </a:rPr>
              <a:t>  </a:t>
            </a:r>
          </a:p>
          <a:p>
            <a:pPr eaLnBrk="1" hangingPunct="1">
              <a:lnSpc>
                <a:spcPct val="150000"/>
              </a:lnSpc>
            </a:pPr>
            <a:r>
              <a:rPr lang="en-IN" altLang="en-US" sz="1400" b="1" dirty="0">
                <a:latin typeface="Cambria" panose="02040503050406030204" pitchFamily="18" charset="0"/>
              </a:rPr>
              <a:t>                                                                                            where initial value of </a:t>
            </a:r>
            <a:r>
              <a:rPr lang="en-IN" altLang="en-US" sz="1400" b="1" dirty="0" err="1">
                <a:latin typeface="Cambria" panose="02040503050406030204" pitchFamily="18" charset="0"/>
              </a:rPr>
              <a:t>i</a:t>
            </a:r>
            <a:r>
              <a:rPr lang="en-IN" altLang="en-US" sz="1400" b="1" dirty="0">
                <a:latin typeface="Cambria" panose="02040503050406030204" pitchFamily="18" charset="0"/>
              </a:rPr>
              <a:t>=0         </a:t>
            </a:r>
          </a:p>
          <a:p>
            <a:pPr eaLnBrk="1" hangingPunct="1">
              <a:lnSpc>
                <a:spcPct val="150000"/>
              </a:lnSpc>
            </a:pPr>
            <a:endParaRPr lang="en-IN" altLang="en-US" b="1" dirty="0">
              <a:latin typeface="Cambria" panose="02040503050406030204" pitchFamily="18" charset="0"/>
            </a:endParaRPr>
          </a:p>
          <a:p>
            <a:pPr eaLnBrk="1" hangingPunct="1"/>
            <a:r>
              <a:rPr lang="en-IN" altLang="en-US" b="1" dirty="0">
                <a:latin typeface="Cambria" panose="02040503050406030204" pitchFamily="18" charset="0"/>
              </a:rPr>
              <a:t>              </a:t>
            </a:r>
          </a:p>
          <a:p>
            <a:pPr eaLnBrk="1" hangingPunct="1"/>
            <a:r>
              <a:rPr lang="en-IN" altLang="en-US" b="1" dirty="0">
                <a:latin typeface="Cambria" panose="02040503050406030204" pitchFamily="18" charset="0"/>
              </a:rPr>
              <a:t>             </a:t>
            </a:r>
          </a:p>
          <a:p>
            <a:pPr eaLnBrk="1" hangingPunct="1"/>
            <a:r>
              <a:rPr lang="en-IN" altLang="en-US" b="1" dirty="0">
                <a:latin typeface="Cambria" panose="02040503050406030204" pitchFamily="18" charset="0"/>
              </a:rPr>
              <a:t>                      </a:t>
            </a:r>
          </a:p>
          <a:p>
            <a:pPr eaLnBrk="1" hangingPunct="1"/>
            <a:r>
              <a:rPr lang="en-IN" altLang="en-US" dirty="0"/>
              <a:t>                 </a:t>
            </a:r>
          </a:p>
        </p:txBody>
      </p:sp>
      <p:graphicFrame>
        <p:nvGraphicFramePr>
          <p:cNvPr id="32" name="Table 9">
            <a:extLst>
              <a:ext uri="{FF2B5EF4-FFF2-40B4-BE49-F238E27FC236}">
                <a16:creationId xmlns:a16="http://schemas.microsoft.com/office/drawing/2014/main" id="{03F858DF-1CFC-A1AC-DE3A-14DC645873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874500"/>
              </p:ext>
            </p:extLst>
          </p:nvPr>
        </p:nvGraphicFramePr>
        <p:xfrm>
          <a:off x="4505561" y="3249412"/>
          <a:ext cx="423863" cy="1917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93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</a:t>
                      </a:r>
                      <a:endParaRPr lang="en-IN" sz="1800" dirty="0"/>
                    </a:p>
                  </a:txBody>
                  <a:tcPr marL="91551" marR="91551" marT="45742" marB="4574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93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  <a:endParaRPr lang="en-IN" sz="1800" dirty="0"/>
                    </a:p>
                  </a:txBody>
                  <a:tcPr marL="91551" marR="91551" marT="45742" marB="4574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93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</a:t>
                      </a:r>
                      <a:endParaRPr lang="en-IN" sz="1800" dirty="0"/>
                    </a:p>
                  </a:txBody>
                  <a:tcPr marL="91551" marR="91551" marT="45742" marB="4574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93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  <a:endParaRPr lang="en-IN" sz="1800" dirty="0"/>
                    </a:p>
                  </a:txBody>
                  <a:tcPr marL="91551" marR="91551" marT="45742" marB="4574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\0</a:t>
                      </a:r>
                      <a:endParaRPr lang="en-IN" sz="1800" dirty="0"/>
                    </a:p>
                  </a:txBody>
                  <a:tcPr marL="91551" marR="91551" marT="45742" marB="4574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3" name="Table 9">
            <a:extLst>
              <a:ext uri="{FF2B5EF4-FFF2-40B4-BE49-F238E27FC236}">
                <a16:creationId xmlns:a16="http://schemas.microsoft.com/office/drawing/2014/main" id="{444D31B6-581B-2221-112C-C1102933D8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613796"/>
              </p:ext>
            </p:extLst>
          </p:nvPr>
        </p:nvGraphicFramePr>
        <p:xfrm>
          <a:off x="6156561" y="3284337"/>
          <a:ext cx="423863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838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  <a:endParaRPr lang="en-IN" dirty="0"/>
                    </a:p>
                  </a:txBody>
                  <a:tcPr marL="91551" marR="9155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38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en-IN" dirty="0"/>
                    </a:p>
                  </a:txBody>
                  <a:tcPr marL="91551" marR="9155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38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  <a:endParaRPr lang="en-IN" dirty="0"/>
                    </a:p>
                  </a:txBody>
                  <a:tcPr marL="91551" marR="9155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38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en-IN" dirty="0"/>
                    </a:p>
                  </a:txBody>
                  <a:tcPr marL="91551" marR="9155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38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\0</a:t>
                      </a:r>
                      <a:endParaRPr lang="en-IN" dirty="0"/>
                    </a:p>
                  </a:txBody>
                  <a:tcPr marL="91551" marR="9155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FA1C34B-536F-020A-A3BD-759ACFAB59BB}"/>
              </a:ext>
            </a:extLst>
          </p:cNvPr>
          <p:cNvCxnSpPr/>
          <p:nvPr/>
        </p:nvCxnSpPr>
        <p:spPr>
          <a:xfrm flipH="1">
            <a:off x="4927836" y="3406574"/>
            <a:ext cx="12287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EC0D116-82BF-482E-722D-96F7AF9C86B9}"/>
              </a:ext>
            </a:extLst>
          </p:cNvPr>
          <p:cNvCxnSpPr/>
          <p:nvPr/>
        </p:nvCxnSpPr>
        <p:spPr>
          <a:xfrm flipH="1">
            <a:off x="4927836" y="3841549"/>
            <a:ext cx="12287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81AD956-A735-1410-B89A-01E48384C8D7}"/>
              </a:ext>
            </a:extLst>
          </p:cNvPr>
          <p:cNvCxnSpPr/>
          <p:nvPr/>
        </p:nvCxnSpPr>
        <p:spPr>
          <a:xfrm flipH="1">
            <a:off x="4927836" y="4213024"/>
            <a:ext cx="12287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6724FF4-4E16-A922-80C0-B07441F15E6A}"/>
              </a:ext>
            </a:extLst>
          </p:cNvPr>
          <p:cNvCxnSpPr/>
          <p:nvPr/>
        </p:nvCxnSpPr>
        <p:spPr>
          <a:xfrm flipH="1">
            <a:off x="4927836" y="4609899"/>
            <a:ext cx="12287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CDAF15F-830A-5C79-BB65-4D04C12D9BDC}"/>
              </a:ext>
            </a:extLst>
          </p:cNvPr>
          <p:cNvCxnSpPr/>
          <p:nvPr/>
        </p:nvCxnSpPr>
        <p:spPr>
          <a:xfrm flipH="1">
            <a:off x="4927836" y="4975024"/>
            <a:ext cx="12287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523C9CE-0ECC-B73C-5B06-F2F5FC55A6EC}"/>
              </a:ext>
            </a:extLst>
          </p:cNvPr>
          <p:cNvCxnSpPr/>
          <p:nvPr/>
        </p:nvCxnSpPr>
        <p:spPr>
          <a:xfrm flipH="1">
            <a:off x="8047400" y="3039745"/>
            <a:ext cx="4762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7C3D856-2A3F-1DDC-8508-D985060BDE41}"/>
              </a:ext>
            </a:extLst>
          </p:cNvPr>
          <p:cNvCxnSpPr/>
          <p:nvPr/>
        </p:nvCxnSpPr>
        <p:spPr>
          <a:xfrm>
            <a:off x="7712658" y="4813100"/>
            <a:ext cx="0" cy="300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E9C7BBA-E743-C7E5-FD88-ACAB966EF6A4}"/>
              </a:ext>
            </a:extLst>
          </p:cNvPr>
          <p:cNvCxnSpPr>
            <a:cxnSpLocks/>
          </p:cNvCxnSpPr>
          <p:nvPr/>
        </p:nvCxnSpPr>
        <p:spPr>
          <a:xfrm>
            <a:off x="8682540" y="4867075"/>
            <a:ext cx="0" cy="300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5271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D8EB9-17B7-C17A-3FFC-14784ECDA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Rectangle">
            <a:extLst>
              <a:ext uri="{FF2B5EF4-FFF2-40B4-BE49-F238E27FC236}">
                <a16:creationId xmlns:a16="http://schemas.microsoft.com/office/drawing/2014/main" id="{AD69D2C0-DB02-1BEA-E1D8-27F047932A8A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1048623" name="Rectangle">
            <a:extLst>
              <a:ext uri="{FF2B5EF4-FFF2-40B4-BE49-F238E27FC236}">
                <a16:creationId xmlns:a16="http://schemas.microsoft.com/office/drawing/2014/main" id="{1EFB1314-75FC-5509-EC1C-26AE8D97EDAC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91" name="Group 32">
            <a:extLst>
              <a:ext uri="{FF2B5EF4-FFF2-40B4-BE49-F238E27FC236}">
                <a16:creationId xmlns:a16="http://schemas.microsoft.com/office/drawing/2014/main" id="{BA503C58-527D-3042-12D1-5922A088DF91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1048624" name="Rectangle">
              <a:extLst>
                <a:ext uri="{FF2B5EF4-FFF2-40B4-BE49-F238E27FC236}">
                  <a16:creationId xmlns:a16="http://schemas.microsoft.com/office/drawing/2014/main" id="{60E29C45-6D92-88A9-78A3-B50E061790A3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1048625" name="Rectangle">
              <a:extLst>
                <a:ext uri="{FF2B5EF4-FFF2-40B4-BE49-F238E27FC236}">
                  <a16:creationId xmlns:a16="http://schemas.microsoft.com/office/drawing/2014/main" id="{FB86998C-FB63-DC9B-AEF9-1886FBE845A7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097160" name="Image" descr="Image">
              <a:extLst>
                <a:ext uri="{FF2B5EF4-FFF2-40B4-BE49-F238E27FC236}">
                  <a16:creationId xmlns:a16="http://schemas.microsoft.com/office/drawing/2014/main" id="{9BF9A161-09A0-2411-0E07-87DA146EDE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C2C2BB0-7CAC-660A-E406-978B88CE4AEE}"/>
              </a:ext>
            </a:extLst>
          </p:cNvPr>
          <p:cNvSpPr txBox="1"/>
          <p:nvPr/>
        </p:nvSpPr>
        <p:spPr>
          <a:xfrm>
            <a:off x="3032760" y="226785"/>
            <a:ext cx="610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BAE986A-F7C4-49BF-FED9-46BC70032C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839984"/>
              </p:ext>
            </p:extLst>
          </p:nvPr>
        </p:nvGraphicFramePr>
        <p:xfrm>
          <a:off x="2883666" y="184149"/>
          <a:ext cx="8315842" cy="6575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1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4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473">
                <a:tc>
                  <a:txBody>
                    <a:bodyPr/>
                    <a:lstStyle/>
                    <a:p>
                      <a:r>
                        <a:rPr lang="en-US" sz="1800" dirty="0" err="1"/>
                        <a:t>Built_in</a:t>
                      </a:r>
                      <a:r>
                        <a:rPr lang="en-US" sz="1800" dirty="0"/>
                        <a:t> function</a:t>
                      </a:r>
                      <a:endParaRPr lang="en-IN" sz="1800" dirty="0"/>
                    </a:p>
                  </a:txBody>
                  <a:tcPr marL="91436" marR="91436"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User-defined function</a:t>
                      </a:r>
                      <a:endParaRPr lang="en-IN" sz="1800" dirty="0"/>
                    </a:p>
                  </a:txBody>
                  <a:tcPr marL="91436" marR="91436" marT="45715" marB="4571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992">
                <a:tc>
                  <a:txBody>
                    <a:bodyPr/>
                    <a:lstStyle/>
                    <a:p>
                      <a:r>
                        <a:rPr lang="en-US" sz="2000" dirty="0"/>
                        <a:t>#include&lt;</a:t>
                      </a:r>
                      <a:r>
                        <a:rPr lang="en-US" sz="2000" dirty="0" err="1"/>
                        <a:t>stdio.h</a:t>
                      </a:r>
                      <a:r>
                        <a:rPr lang="en-US" sz="2000" dirty="0"/>
                        <a:t>&gt;</a:t>
                      </a:r>
                    </a:p>
                    <a:p>
                      <a:r>
                        <a:rPr lang="en-US" sz="2000" dirty="0"/>
                        <a:t>#include&lt;</a:t>
                      </a:r>
                      <a:r>
                        <a:rPr lang="en-US" sz="2000" dirty="0" err="1"/>
                        <a:t>string.h</a:t>
                      </a:r>
                      <a:r>
                        <a:rPr lang="en-US" sz="2000" dirty="0"/>
                        <a:t>&gt;</a:t>
                      </a:r>
                    </a:p>
                    <a:p>
                      <a:r>
                        <a:rPr lang="en-US" sz="2000" dirty="0"/>
                        <a:t>void main()</a:t>
                      </a:r>
                    </a:p>
                    <a:p>
                      <a:r>
                        <a:rPr lang="en-US" sz="2000" dirty="0"/>
                        <a:t>{</a:t>
                      </a:r>
                    </a:p>
                    <a:p>
                      <a:r>
                        <a:rPr lang="en-US" sz="2000" dirty="0"/>
                        <a:t>    char </a:t>
                      </a:r>
                      <a:r>
                        <a:rPr lang="en-US" sz="2000" dirty="0" err="1"/>
                        <a:t>src</a:t>
                      </a:r>
                      <a:r>
                        <a:rPr lang="en-US" sz="2000" dirty="0"/>
                        <a:t>[]=“RAMA”;</a:t>
                      </a:r>
                    </a:p>
                    <a:p>
                      <a:r>
                        <a:rPr lang="en-US" sz="2000" dirty="0"/>
                        <a:t>    char </a:t>
                      </a:r>
                      <a:r>
                        <a:rPr lang="en-US" sz="2000" dirty="0" err="1"/>
                        <a:t>dest</a:t>
                      </a:r>
                      <a:r>
                        <a:rPr lang="en-US" sz="2000" dirty="0"/>
                        <a:t>[6];</a:t>
                      </a:r>
                    </a:p>
                    <a:p>
                      <a:r>
                        <a:rPr lang="en-US" sz="2000" dirty="0"/>
                        <a:t>    </a:t>
                      </a:r>
                      <a:r>
                        <a:rPr lang="en-US" sz="2000" dirty="0" err="1"/>
                        <a:t>strcpy</a:t>
                      </a:r>
                      <a:r>
                        <a:rPr lang="en-US" sz="2000" dirty="0"/>
                        <a:t>(</a:t>
                      </a:r>
                      <a:r>
                        <a:rPr lang="en-US" sz="2000" dirty="0" err="1"/>
                        <a:t>dest,src</a:t>
                      </a:r>
                      <a:r>
                        <a:rPr lang="en-US" sz="2000" dirty="0"/>
                        <a:t>);</a:t>
                      </a:r>
                    </a:p>
                    <a:p>
                      <a:r>
                        <a:rPr lang="en-US" sz="2000" dirty="0"/>
                        <a:t>    </a:t>
                      </a:r>
                      <a:r>
                        <a:rPr lang="en-US" sz="2000" dirty="0" err="1"/>
                        <a:t>printf</a:t>
                      </a:r>
                      <a:r>
                        <a:rPr lang="en-US" sz="2000" dirty="0"/>
                        <a:t>(“</a:t>
                      </a:r>
                      <a:r>
                        <a:rPr lang="en-US" sz="2000" dirty="0" err="1"/>
                        <a:t>Dest</a:t>
                      </a:r>
                      <a:r>
                        <a:rPr lang="en-US" sz="2000" dirty="0"/>
                        <a:t> string = %s\n”,</a:t>
                      </a:r>
                      <a:r>
                        <a:rPr lang="en-US" sz="2000" dirty="0" err="1"/>
                        <a:t>dest</a:t>
                      </a:r>
                      <a:r>
                        <a:rPr lang="en-US" sz="2000" dirty="0"/>
                        <a:t>);</a:t>
                      </a:r>
                    </a:p>
                    <a:p>
                      <a:r>
                        <a:rPr lang="en-US" sz="2000" dirty="0"/>
                        <a:t>} </a:t>
                      </a:r>
                    </a:p>
                    <a:p>
                      <a:endParaRPr lang="en-US" sz="2000" dirty="0"/>
                    </a:p>
                    <a:p>
                      <a:endParaRPr lang="en-US" sz="2000" dirty="0"/>
                    </a:p>
                    <a:p>
                      <a:r>
                        <a:rPr lang="en-IN" sz="2000" b="1" dirty="0"/>
                        <a:t>INPUT</a:t>
                      </a:r>
                    </a:p>
                    <a:p>
                      <a:r>
                        <a:rPr lang="en-IN" sz="2000" dirty="0"/>
                        <a:t>RAMA</a:t>
                      </a:r>
                    </a:p>
                    <a:p>
                      <a:endParaRPr lang="en-IN" sz="2000" dirty="0"/>
                    </a:p>
                    <a:p>
                      <a:r>
                        <a:rPr lang="en-IN" sz="2000" b="1" dirty="0"/>
                        <a:t>OUTPUT</a:t>
                      </a:r>
                    </a:p>
                    <a:p>
                      <a:r>
                        <a:rPr lang="en-IN" sz="2000" dirty="0" err="1"/>
                        <a:t>Dest</a:t>
                      </a:r>
                      <a:r>
                        <a:rPr lang="en-IN" sz="2000" dirty="0"/>
                        <a:t> string = RAMA</a:t>
                      </a:r>
                    </a:p>
                  </a:txBody>
                  <a:tcPr marL="91436" marR="91436" marT="45715" marB="45715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#include&lt;</a:t>
                      </a:r>
                      <a:r>
                        <a:rPr lang="en-US" sz="1400" dirty="0" err="1"/>
                        <a:t>stdio.h</a:t>
                      </a:r>
                      <a:r>
                        <a:rPr lang="en-US" sz="1400" dirty="0"/>
                        <a:t>&gt;</a:t>
                      </a:r>
                    </a:p>
                    <a:p>
                      <a:r>
                        <a:rPr lang="en-US" sz="1400" dirty="0"/>
                        <a:t>#include&lt;</a:t>
                      </a:r>
                      <a:r>
                        <a:rPr lang="en-US" sz="1400" dirty="0" err="1"/>
                        <a:t>string.h</a:t>
                      </a:r>
                      <a:r>
                        <a:rPr lang="en-US" sz="1400" dirty="0"/>
                        <a:t>&gt;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IN" sz="1400" dirty="0"/>
                        <a:t>Void main()</a:t>
                      </a:r>
                    </a:p>
                    <a:p>
                      <a:r>
                        <a:rPr lang="en-IN" sz="1400" dirty="0"/>
                        <a:t>{</a:t>
                      </a:r>
                    </a:p>
                    <a:p>
                      <a:r>
                        <a:rPr lang="en-IN" sz="1400" dirty="0"/>
                        <a:t>   char </a:t>
                      </a:r>
                      <a:r>
                        <a:rPr lang="en-IN" sz="1400" dirty="0" err="1"/>
                        <a:t>src</a:t>
                      </a:r>
                      <a:r>
                        <a:rPr lang="en-IN" sz="1400" dirty="0"/>
                        <a:t>[20];</a:t>
                      </a:r>
                    </a:p>
                    <a:p>
                      <a:r>
                        <a:rPr lang="en-IN" sz="1400" dirty="0"/>
                        <a:t>   char </a:t>
                      </a:r>
                      <a:r>
                        <a:rPr lang="en-IN" sz="1400" dirty="0" err="1"/>
                        <a:t>dest</a:t>
                      </a:r>
                      <a:r>
                        <a:rPr lang="en-IN" sz="1400" dirty="0"/>
                        <a:t>[20];</a:t>
                      </a:r>
                    </a:p>
                    <a:p>
                      <a:r>
                        <a:rPr lang="en-IN" sz="1400" dirty="0"/>
                        <a:t>   int </a:t>
                      </a:r>
                      <a:r>
                        <a:rPr lang="en-IN" sz="1400" dirty="0" err="1"/>
                        <a:t>i</a:t>
                      </a:r>
                      <a:r>
                        <a:rPr lang="en-IN" sz="1400" dirty="0"/>
                        <a:t> = 0; </a:t>
                      </a:r>
                    </a:p>
                    <a:p>
                      <a:r>
                        <a:rPr lang="en-IN" sz="1400" dirty="0"/>
                        <a:t>   </a:t>
                      </a:r>
                      <a:r>
                        <a:rPr lang="en-IN" sz="1400" dirty="0" err="1"/>
                        <a:t>printf</a:t>
                      </a:r>
                      <a:r>
                        <a:rPr lang="en-IN" sz="1400" dirty="0"/>
                        <a:t>(“Enter the string\n”);</a:t>
                      </a:r>
                    </a:p>
                    <a:p>
                      <a:r>
                        <a:rPr lang="en-IN" sz="1400" dirty="0"/>
                        <a:t>   gets(</a:t>
                      </a:r>
                      <a:r>
                        <a:rPr lang="en-IN" sz="1400" dirty="0" err="1"/>
                        <a:t>src</a:t>
                      </a:r>
                      <a:r>
                        <a:rPr lang="en-IN" sz="1400" dirty="0"/>
                        <a:t>);</a:t>
                      </a:r>
                    </a:p>
                    <a:p>
                      <a:endParaRPr lang="en-IN" sz="1400" dirty="0"/>
                    </a:p>
                    <a:p>
                      <a:r>
                        <a:rPr lang="en-IN" sz="1400" dirty="0"/>
                        <a:t>   while( </a:t>
                      </a:r>
                      <a:r>
                        <a:rPr lang="en-IN" sz="1400" dirty="0" err="1"/>
                        <a:t>src</a:t>
                      </a:r>
                      <a:r>
                        <a:rPr lang="en-IN" sz="1400" dirty="0"/>
                        <a:t>[</a:t>
                      </a:r>
                      <a:r>
                        <a:rPr lang="en-IN" sz="1400" dirty="0" err="1"/>
                        <a:t>i</a:t>
                      </a:r>
                      <a:r>
                        <a:rPr lang="en-IN" sz="1400" dirty="0"/>
                        <a:t>] != '\0’)  </a:t>
                      </a:r>
                    </a:p>
                    <a:p>
                      <a:r>
                        <a:rPr lang="en-IN" sz="1400" dirty="0"/>
                        <a:t>   { </a:t>
                      </a:r>
                    </a:p>
                    <a:p>
                      <a:r>
                        <a:rPr lang="en-IN" sz="1400" dirty="0"/>
                        <a:t>      </a:t>
                      </a:r>
                      <a:r>
                        <a:rPr lang="en-IN" sz="1400" dirty="0" err="1"/>
                        <a:t>dest</a:t>
                      </a:r>
                      <a:r>
                        <a:rPr lang="en-IN" sz="1400" dirty="0"/>
                        <a:t>[</a:t>
                      </a:r>
                      <a:r>
                        <a:rPr lang="en-IN" sz="1400" dirty="0" err="1"/>
                        <a:t>i</a:t>
                      </a:r>
                      <a:r>
                        <a:rPr lang="en-IN" sz="1400" dirty="0"/>
                        <a:t>]=</a:t>
                      </a:r>
                      <a:r>
                        <a:rPr lang="en-IN" sz="1400" dirty="0" err="1"/>
                        <a:t>src</a:t>
                      </a:r>
                      <a:r>
                        <a:rPr lang="en-IN" sz="1400" dirty="0"/>
                        <a:t>[</a:t>
                      </a:r>
                      <a:r>
                        <a:rPr lang="en-IN" sz="1400" dirty="0" err="1"/>
                        <a:t>i</a:t>
                      </a:r>
                      <a:r>
                        <a:rPr lang="en-IN" sz="1400" dirty="0"/>
                        <a:t>];</a:t>
                      </a:r>
                    </a:p>
                    <a:p>
                      <a:r>
                        <a:rPr lang="en-IN" sz="1400" dirty="0"/>
                        <a:t>      </a:t>
                      </a:r>
                      <a:r>
                        <a:rPr lang="en-IN" sz="1400" dirty="0" err="1"/>
                        <a:t>i</a:t>
                      </a:r>
                      <a:r>
                        <a:rPr lang="en-IN" sz="1400" dirty="0"/>
                        <a:t> + +;  </a:t>
                      </a:r>
                    </a:p>
                    <a:p>
                      <a:r>
                        <a:rPr lang="en-IN" sz="1400" dirty="0"/>
                        <a:t>    } </a:t>
                      </a:r>
                    </a:p>
                    <a:p>
                      <a:r>
                        <a:rPr lang="en-IN" sz="1400" dirty="0"/>
                        <a:t>      </a:t>
                      </a:r>
                      <a:r>
                        <a:rPr lang="en-IN" sz="1400" dirty="0" err="1"/>
                        <a:t>dest</a:t>
                      </a:r>
                      <a:r>
                        <a:rPr lang="en-IN" sz="1400" dirty="0"/>
                        <a:t>[</a:t>
                      </a:r>
                      <a:r>
                        <a:rPr lang="en-IN" sz="1400" dirty="0" err="1"/>
                        <a:t>i</a:t>
                      </a:r>
                      <a:r>
                        <a:rPr lang="en-IN" sz="1400" dirty="0"/>
                        <a:t>]=‘\0’;</a:t>
                      </a:r>
                    </a:p>
                    <a:p>
                      <a:endParaRPr lang="en-IN" sz="1400" dirty="0"/>
                    </a:p>
                    <a:p>
                      <a:r>
                        <a:rPr lang="en-IN" sz="1400" dirty="0"/>
                        <a:t>   </a:t>
                      </a:r>
                      <a:r>
                        <a:rPr lang="en-IN" sz="1400" dirty="0" err="1"/>
                        <a:t>printf</a:t>
                      </a:r>
                      <a:r>
                        <a:rPr lang="en-IN" sz="1400" dirty="0"/>
                        <a:t>(“</a:t>
                      </a:r>
                      <a:r>
                        <a:rPr lang="en-IN" sz="1400" dirty="0" err="1"/>
                        <a:t>Dest</a:t>
                      </a:r>
                      <a:r>
                        <a:rPr lang="en-IN" sz="1400" dirty="0"/>
                        <a:t> String = %s\n”,</a:t>
                      </a:r>
                      <a:r>
                        <a:rPr lang="en-IN" sz="1400" dirty="0" err="1"/>
                        <a:t>dest</a:t>
                      </a:r>
                      <a:r>
                        <a:rPr lang="en-IN" sz="1400" dirty="0"/>
                        <a:t>);</a:t>
                      </a:r>
                    </a:p>
                    <a:p>
                      <a:r>
                        <a:rPr lang="en-IN" sz="1400" dirty="0"/>
                        <a:t>} </a:t>
                      </a:r>
                    </a:p>
                    <a:p>
                      <a:r>
                        <a:rPr lang="en-IN" sz="1400" b="1" dirty="0"/>
                        <a:t>INPUT</a:t>
                      </a:r>
                    </a:p>
                    <a:p>
                      <a:r>
                        <a:rPr lang="en-IN" sz="1400" dirty="0"/>
                        <a:t>Enter the string</a:t>
                      </a:r>
                    </a:p>
                    <a:p>
                      <a:r>
                        <a:rPr lang="en-IN" sz="1400" dirty="0"/>
                        <a:t>RAMA</a:t>
                      </a:r>
                    </a:p>
                    <a:p>
                      <a:endParaRPr lang="en-IN" sz="1400" dirty="0"/>
                    </a:p>
                    <a:p>
                      <a:r>
                        <a:rPr lang="en-IN" sz="1400" b="1" dirty="0"/>
                        <a:t>OUTPUT</a:t>
                      </a:r>
                    </a:p>
                    <a:p>
                      <a:r>
                        <a:rPr lang="en-IN" sz="1400" dirty="0" err="1"/>
                        <a:t>Dest</a:t>
                      </a:r>
                      <a:r>
                        <a:rPr lang="en-IN" sz="1400" dirty="0"/>
                        <a:t> string = RAMA </a:t>
                      </a:r>
                    </a:p>
                  </a:txBody>
                  <a:tcPr marL="91436" marR="91436" marT="45715" marB="4571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13948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CBB2B-A0C1-5449-F52C-795B973BF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Rectangle">
            <a:extLst>
              <a:ext uri="{FF2B5EF4-FFF2-40B4-BE49-F238E27FC236}">
                <a16:creationId xmlns:a16="http://schemas.microsoft.com/office/drawing/2014/main" id="{85691CD9-9E88-0904-E06C-B6E42CB7DBDA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1048623" name="Rectangle">
            <a:extLst>
              <a:ext uri="{FF2B5EF4-FFF2-40B4-BE49-F238E27FC236}">
                <a16:creationId xmlns:a16="http://schemas.microsoft.com/office/drawing/2014/main" id="{150F303B-D897-39C5-3980-53B2F38A9A64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91" name="Group 32">
            <a:extLst>
              <a:ext uri="{FF2B5EF4-FFF2-40B4-BE49-F238E27FC236}">
                <a16:creationId xmlns:a16="http://schemas.microsoft.com/office/drawing/2014/main" id="{1E9FFBD0-D0BB-2AFE-1D32-3771AF44B06F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1048624" name="Rectangle">
              <a:extLst>
                <a:ext uri="{FF2B5EF4-FFF2-40B4-BE49-F238E27FC236}">
                  <a16:creationId xmlns:a16="http://schemas.microsoft.com/office/drawing/2014/main" id="{3C04C06C-95A5-C395-CC80-61E9FC2301AC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1048625" name="Rectangle">
              <a:extLst>
                <a:ext uri="{FF2B5EF4-FFF2-40B4-BE49-F238E27FC236}">
                  <a16:creationId xmlns:a16="http://schemas.microsoft.com/office/drawing/2014/main" id="{F1FE8426-CB6F-38A7-69CD-C4E67BDCBE3A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097160" name="Image" descr="Image">
              <a:extLst>
                <a:ext uri="{FF2B5EF4-FFF2-40B4-BE49-F238E27FC236}">
                  <a16:creationId xmlns:a16="http://schemas.microsoft.com/office/drawing/2014/main" id="{446D3D80-2968-4957-4E43-810CBA8A63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A2AD5B2C-A3B7-7FE2-B27A-92BE3DF75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9007" y="52388"/>
            <a:ext cx="5392765" cy="7078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sz="2000" b="1" u="sng" dirty="0">
              <a:latin typeface="Cambria" panose="020405030504060302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altLang="zh-CN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81F12B-E661-0D4A-6E58-C27BA11A32BE}"/>
              </a:ext>
            </a:extLst>
          </p:cNvPr>
          <p:cNvSpPr txBox="1"/>
          <p:nvPr/>
        </p:nvSpPr>
        <p:spPr>
          <a:xfrm>
            <a:off x="3032760" y="226785"/>
            <a:ext cx="610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1E37CD-09CD-01BB-1AF5-BA950AB5C6C1}"/>
              </a:ext>
            </a:extLst>
          </p:cNvPr>
          <p:cNvSpPr txBox="1"/>
          <p:nvPr/>
        </p:nvSpPr>
        <p:spPr>
          <a:xfrm>
            <a:off x="3029674" y="225627"/>
            <a:ext cx="6105644" cy="6678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IN" altLang="en-US" b="1" dirty="0" err="1">
                <a:latin typeface="Cambria" panose="02040503050406030204" pitchFamily="18" charset="0"/>
              </a:rPr>
              <a:t>strcmp</a:t>
            </a:r>
            <a:r>
              <a:rPr lang="en-IN" altLang="en-US" b="1" dirty="0">
                <a:latin typeface="Cambria" panose="02040503050406030204" pitchFamily="18" charset="0"/>
              </a:rPr>
              <a:t>(s1,s2)-string compare</a:t>
            </a:r>
          </a:p>
          <a:p>
            <a:pPr eaLnBrk="1" hangingPunct="1"/>
            <a:r>
              <a:rPr lang="en-IN" altLang="en-US" b="1" dirty="0">
                <a:latin typeface="Cambria" panose="02040503050406030204" pitchFamily="18" charset="0"/>
              </a:rPr>
              <a:t>      Syntax:</a:t>
            </a:r>
            <a:r>
              <a:rPr lang="en-IN" altLang="en-US" dirty="0">
                <a:latin typeface="Cambria" panose="02040503050406030204" pitchFamily="18" charset="0"/>
              </a:rPr>
              <a:t> int </a:t>
            </a:r>
            <a:r>
              <a:rPr lang="en-IN" altLang="en-US" dirty="0" err="1">
                <a:latin typeface="Cambria" panose="02040503050406030204" pitchFamily="18" charset="0"/>
              </a:rPr>
              <a:t>strcmp</a:t>
            </a:r>
            <a:r>
              <a:rPr lang="en-IN" altLang="en-US" dirty="0">
                <a:latin typeface="Cambria" panose="02040503050406030204" pitchFamily="18" charset="0"/>
              </a:rPr>
              <a:t>(char s1[],char s2[]);</a:t>
            </a:r>
            <a:endParaRPr lang="en-IN" altLang="en-US" b="1" dirty="0">
              <a:latin typeface="Cambria" panose="02040503050406030204" pitchFamily="18" charset="0"/>
            </a:endParaRPr>
          </a:p>
          <a:p>
            <a:pPr eaLnBrk="1" hangingPunct="1"/>
            <a:r>
              <a:rPr lang="en-IN" altLang="en-US" dirty="0">
                <a:latin typeface="Cambria" panose="02040503050406030204" pitchFamily="18" charset="0"/>
              </a:rPr>
              <a:t>          Where </a:t>
            </a:r>
          </a:p>
          <a:p>
            <a:pPr eaLnBrk="1" hangingPunct="1"/>
            <a:r>
              <a:rPr lang="en-IN" altLang="en-US" dirty="0">
                <a:latin typeface="Cambria" panose="02040503050406030204" pitchFamily="18" charset="0"/>
              </a:rPr>
              <a:t>                      s1 is the first string</a:t>
            </a:r>
          </a:p>
          <a:p>
            <a:pPr eaLnBrk="1" hangingPunct="1"/>
            <a:r>
              <a:rPr lang="en-IN" altLang="en-US" dirty="0">
                <a:latin typeface="Cambria" panose="02040503050406030204" pitchFamily="18" charset="0"/>
              </a:rPr>
              <a:t>                      s2 is the second string</a:t>
            </a:r>
          </a:p>
          <a:p>
            <a:pPr eaLnBrk="1" hangingPunct="1"/>
            <a:endParaRPr lang="en-IN" altLang="en-US" dirty="0">
              <a:latin typeface="Cambria" panose="02040503050406030204" pitchFamily="18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IN" altLang="en-US" dirty="0">
                <a:latin typeface="Cambria" panose="02040503050406030204" pitchFamily="18" charset="0"/>
              </a:rPr>
              <a:t>This function is used to compare two strings.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IN" altLang="en-US" dirty="0">
                <a:latin typeface="Cambria" panose="02040503050406030204" pitchFamily="18" charset="0"/>
              </a:rPr>
              <a:t>The comparison starts with first character of each string.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IN" altLang="en-US" dirty="0">
                <a:latin typeface="Cambria" panose="02040503050406030204" pitchFamily="18" charset="0"/>
              </a:rPr>
              <a:t>The </a:t>
            </a:r>
            <a:r>
              <a:rPr lang="en-IN" altLang="en-US" dirty="0" err="1">
                <a:latin typeface="Cambria" panose="02040503050406030204" pitchFamily="18" charset="0"/>
              </a:rPr>
              <a:t>comparision</a:t>
            </a:r>
            <a:r>
              <a:rPr lang="en-IN" altLang="en-US" dirty="0">
                <a:latin typeface="Cambria" panose="02040503050406030204" pitchFamily="18" charset="0"/>
              </a:rPr>
              <a:t> continues till the corresponding characters differ or until the end of the character reached.</a:t>
            </a:r>
          </a:p>
          <a:p>
            <a:pPr eaLnBrk="1" hangingPunct="1"/>
            <a:r>
              <a:rPr lang="en-IN" altLang="en-US" dirty="0">
                <a:latin typeface="Cambria" panose="02040503050406030204" pitchFamily="18" charset="0"/>
              </a:rPr>
              <a:t>The following values are returned after comparison:</a:t>
            </a:r>
          </a:p>
          <a:p>
            <a:pPr eaLnBrk="1" hangingPunct="1"/>
            <a:endParaRPr lang="en-IN" altLang="en-US" dirty="0">
              <a:latin typeface="Cambria" panose="02040503050406030204" pitchFamily="18" charset="0"/>
            </a:endParaRPr>
          </a:p>
          <a:p>
            <a:pPr eaLnBrk="1" hangingPunct="1"/>
            <a:r>
              <a:rPr lang="en-IN" altLang="en-US" dirty="0">
                <a:latin typeface="Cambria" panose="02040503050406030204" pitchFamily="18" charset="0"/>
              </a:rPr>
              <a:t>	if s1=s2</a:t>
            </a:r>
            <a:r>
              <a:rPr lang="en-IN" altLang="en-US" dirty="0">
                <a:latin typeface="Cambria" panose="02040503050406030204" pitchFamily="18" charset="0"/>
                <a:sym typeface="Wingdings" panose="05000000000000000000" pitchFamily="2" charset="2"/>
              </a:rPr>
              <a:t>zero</a:t>
            </a:r>
          </a:p>
          <a:p>
            <a:pPr eaLnBrk="1" hangingPunct="1"/>
            <a:r>
              <a:rPr lang="en-IN" altLang="en-US" dirty="0">
                <a:latin typeface="Cambria" panose="02040503050406030204" pitchFamily="18" charset="0"/>
                <a:sym typeface="Wingdings" panose="05000000000000000000" pitchFamily="2" charset="2"/>
              </a:rPr>
              <a:t>                  if s1&gt;s2positive</a:t>
            </a:r>
          </a:p>
          <a:p>
            <a:pPr eaLnBrk="1" hangingPunct="1"/>
            <a:r>
              <a:rPr lang="en-IN" altLang="en-US" dirty="0">
                <a:latin typeface="Cambria" panose="02040503050406030204" pitchFamily="18" charset="0"/>
                <a:sym typeface="Wingdings" panose="05000000000000000000" pitchFamily="2" charset="2"/>
              </a:rPr>
              <a:t>                  if s1&lt;s2 negative</a:t>
            </a:r>
          </a:p>
          <a:p>
            <a:pPr eaLnBrk="1" hangingPunct="1"/>
            <a:endParaRPr lang="en-IN" altLang="en-US" dirty="0">
              <a:latin typeface="Cambria" panose="02040503050406030204" pitchFamily="18" charset="0"/>
              <a:sym typeface="Wingdings" panose="05000000000000000000" pitchFamily="2" charset="2"/>
            </a:endParaRPr>
          </a:p>
          <a:p>
            <a:pPr algn="just" eaLnBrk="1" hangingPunct="1"/>
            <a:r>
              <a:rPr lang="en-US" altLang="zh-CN" b="1" dirty="0">
                <a:latin typeface="Cambria" panose="02040503050406030204" pitchFamily="18" charset="0"/>
                <a:ea typeface="SimSun" panose="02010600030101010101" pitchFamily="2" charset="-122"/>
              </a:rPr>
              <a:t>           </a:t>
            </a:r>
            <a:endParaRPr lang="en-US" altLang="zh-CN" dirty="0">
              <a:latin typeface="Cambria" panose="02040503050406030204" pitchFamily="18" charset="0"/>
              <a:ea typeface="SimSun" panose="02010600030101010101" pitchFamily="2" charset="-122"/>
            </a:endParaRPr>
          </a:p>
          <a:p>
            <a:pPr algn="just" eaLnBrk="1" hangingPunct="1"/>
            <a:r>
              <a:rPr lang="en-IN" altLang="en-US" b="1" dirty="0">
                <a:latin typeface="Cambria" panose="02040503050406030204" pitchFamily="18" charset="0"/>
              </a:rPr>
              <a:t>                 0                   ==                    0       </a:t>
            </a:r>
            <a:r>
              <a:rPr lang="en-IN" altLang="en-US" dirty="0" err="1">
                <a:latin typeface="Cambria" panose="02040503050406030204" pitchFamily="18" charset="0"/>
              </a:rPr>
              <a:t>dest</a:t>
            </a:r>
            <a:r>
              <a:rPr lang="en-IN" altLang="en-US" dirty="0">
                <a:latin typeface="Cambria" panose="02040503050406030204" pitchFamily="18" charset="0"/>
              </a:rPr>
              <a:t>[0]== </a:t>
            </a:r>
            <a:r>
              <a:rPr lang="en-IN" altLang="en-US" dirty="0" err="1">
                <a:latin typeface="Cambria" panose="02040503050406030204" pitchFamily="18" charset="0"/>
              </a:rPr>
              <a:t>src</a:t>
            </a:r>
            <a:r>
              <a:rPr lang="en-IN" altLang="en-US" dirty="0">
                <a:latin typeface="Cambria" panose="02040503050406030204" pitchFamily="18" charset="0"/>
              </a:rPr>
              <a:t>[0]</a:t>
            </a:r>
          </a:p>
          <a:p>
            <a:pPr eaLnBrk="1" hangingPunct="1"/>
            <a:r>
              <a:rPr lang="en-IN" altLang="en-US" b="1" dirty="0">
                <a:latin typeface="Cambria" panose="02040503050406030204" pitchFamily="18" charset="0"/>
              </a:rPr>
              <a:t>                 1                   ==                    1       </a:t>
            </a:r>
            <a:r>
              <a:rPr lang="en-IN" altLang="en-US" dirty="0" err="1">
                <a:latin typeface="Cambria" panose="02040503050406030204" pitchFamily="18" charset="0"/>
              </a:rPr>
              <a:t>dest</a:t>
            </a:r>
            <a:r>
              <a:rPr lang="en-IN" altLang="en-US" dirty="0">
                <a:latin typeface="Cambria" panose="02040503050406030204" pitchFamily="18" charset="0"/>
              </a:rPr>
              <a:t>[1]== </a:t>
            </a:r>
            <a:r>
              <a:rPr lang="en-IN" altLang="en-US" dirty="0" err="1">
                <a:latin typeface="Cambria" panose="02040503050406030204" pitchFamily="18" charset="0"/>
              </a:rPr>
              <a:t>src</a:t>
            </a:r>
            <a:r>
              <a:rPr lang="en-IN" altLang="en-US" dirty="0">
                <a:latin typeface="Cambria" panose="02040503050406030204" pitchFamily="18" charset="0"/>
              </a:rPr>
              <a:t>[1]</a:t>
            </a:r>
            <a:r>
              <a:rPr lang="en-IN" altLang="en-US" b="1" dirty="0">
                <a:latin typeface="Cambria" panose="02040503050406030204" pitchFamily="18" charset="0"/>
              </a:rPr>
              <a:t>     </a:t>
            </a:r>
          </a:p>
          <a:p>
            <a:pPr eaLnBrk="1" hangingPunct="1"/>
            <a:r>
              <a:rPr lang="en-IN" altLang="en-US" b="1" dirty="0">
                <a:latin typeface="Cambria" panose="02040503050406030204" pitchFamily="18" charset="0"/>
              </a:rPr>
              <a:t>                 2                   ==                    2       </a:t>
            </a:r>
            <a:r>
              <a:rPr lang="en-IN" altLang="en-US" dirty="0" err="1">
                <a:latin typeface="Cambria" panose="02040503050406030204" pitchFamily="18" charset="0"/>
              </a:rPr>
              <a:t>dest</a:t>
            </a:r>
            <a:r>
              <a:rPr lang="en-IN" altLang="en-US" dirty="0">
                <a:latin typeface="Cambria" panose="02040503050406030204" pitchFamily="18" charset="0"/>
              </a:rPr>
              <a:t>[2]= =</a:t>
            </a:r>
            <a:r>
              <a:rPr lang="en-IN" altLang="en-US" dirty="0" err="1">
                <a:latin typeface="Cambria" panose="02040503050406030204" pitchFamily="18" charset="0"/>
              </a:rPr>
              <a:t>src</a:t>
            </a:r>
            <a:r>
              <a:rPr lang="en-IN" altLang="en-US" dirty="0">
                <a:latin typeface="Cambria" panose="02040503050406030204" pitchFamily="18" charset="0"/>
              </a:rPr>
              <a:t>[2]</a:t>
            </a:r>
            <a:r>
              <a:rPr lang="en-IN" altLang="en-US" b="1" dirty="0">
                <a:latin typeface="Cambria" panose="02040503050406030204" pitchFamily="18" charset="0"/>
              </a:rPr>
              <a:t>           </a:t>
            </a:r>
          </a:p>
          <a:p>
            <a:pPr eaLnBrk="1" hangingPunct="1"/>
            <a:r>
              <a:rPr lang="en-IN" altLang="en-US" b="1" dirty="0">
                <a:latin typeface="Cambria" panose="02040503050406030204" pitchFamily="18" charset="0"/>
              </a:rPr>
              <a:t>                 3                   ==                    3       </a:t>
            </a:r>
            <a:r>
              <a:rPr lang="en-IN" altLang="en-US" dirty="0" err="1">
                <a:latin typeface="Cambria" panose="02040503050406030204" pitchFamily="18" charset="0"/>
              </a:rPr>
              <a:t>dest</a:t>
            </a:r>
            <a:r>
              <a:rPr lang="en-IN" altLang="en-US" dirty="0">
                <a:latin typeface="Cambria" panose="02040503050406030204" pitchFamily="18" charset="0"/>
              </a:rPr>
              <a:t>[3]= =</a:t>
            </a:r>
            <a:r>
              <a:rPr lang="en-IN" altLang="en-US" dirty="0" err="1">
                <a:latin typeface="Cambria" panose="02040503050406030204" pitchFamily="18" charset="0"/>
              </a:rPr>
              <a:t>src</a:t>
            </a:r>
            <a:r>
              <a:rPr lang="en-IN" altLang="en-US" dirty="0">
                <a:latin typeface="Cambria" panose="02040503050406030204" pitchFamily="18" charset="0"/>
              </a:rPr>
              <a:t>[3]</a:t>
            </a:r>
            <a:r>
              <a:rPr lang="en-IN" altLang="en-US" b="1" dirty="0">
                <a:latin typeface="Cambria" panose="02040503050406030204" pitchFamily="18" charset="0"/>
              </a:rPr>
              <a:t>                   </a:t>
            </a:r>
          </a:p>
          <a:p>
            <a:pPr eaLnBrk="1" hangingPunct="1"/>
            <a:r>
              <a:rPr lang="en-IN" altLang="en-US" b="1" dirty="0">
                <a:latin typeface="Cambria" panose="02040503050406030204" pitchFamily="18" charset="0"/>
              </a:rPr>
              <a:t>                 4                   ==                    4   </a:t>
            </a:r>
          </a:p>
          <a:p>
            <a:pPr eaLnBrk="1" hangingPunct="1"/>
            <a:r>
              <a:rPr lang="en-IN" altLang="en-US" b="1" dirty="0">
                <a:latin typeface="Cambria" panose="02040503050406030204" pitchFamily="18" charset="0"/>
              </a:rPr>
              <a:t>                                                                       </a:t>
            </a:r>
            <a:r>
              <a:rPr lang="en-IN" altLang="en-US" sz="1400" dirty="0">
                <a:latin typeface="Cambria" panose="02040503050406030204" pitchFamily="18" charset="0"/>
              </a:rPr>
              <a:t>In general, </a:t>
            </a:r>
            <a:r>
              <a:rPr lang="en-IN" altLang="en-US" sz="1400" dirty="0" err="1">
                <a:latin typeface="Cambria" panose="02040503050406030204" pitchFamily="18" charset="0"/>
              </a:rPr>
              <a:t>dest</a:t>
            </a:r>
            <a:r>
              <a:rPr lang="en-IN" altLang="en-US" sz="1400" dirty="0">
                <a:latin typeface="Cambria" panose="02040503050406030204" pitchFamily="18" charset="0"/>
              </a:rPr>
              <a:t>[</a:t>
            </a:r>
            <a:r>
              <a:rPr lang="en-IN" altLang="en-US" sz="1400" dirty="0" err="1">
                <a:latin typeface="Cambria" panose="02040503050406030204" pitchFamily="18" charset="0"/>
              </a:rPr>
              <a:t>i</a:t>
            </a:r>
            <a:r>
              <a:rPr lang="en-IN" altLang="en-US" sz="1400" dirty="0">
                <a:latin typeface="Cambria" panose="02040503050406030204" pitchFamily="18" charset="0"/>
              </a:rPr>
              <a:t>]==</a:t>
            </a:r>
            <a:r>
              <a:rPr lang="en-IN" altLang="en-US" sz="1400" dirty="0" err="1">
                <a:latin typeface="Cambria" panose="02040503050406030204" pitchFamily="18" charset="0"/>
              </a:rPr>
              <a:t>src</a:t>
            </a:r>
            <a:r>
              <a:rPr lang="en-IN" altLang="en-US" sz="1400" dirty="0">
                <a:latin typeface="Cambria" panose="02040503050406030204" pitchFamily="18" charset="0"/>
              </a:rPr>
              <a:t>[</a:t>
            </a:r>
            <a:r>
              <a:rPr lang="en-IN" altLang="en-US" sz="1400" dirty="0" err="1">
                <a:latin typeface="Cambria" panose="02040503050406030204" pitchFamily="18" charset="0"/>
              </a:rPr>
              <a:t>i</a:t>
            </a:r>
            <a:r>
              <a:rPr lang="en-IN" altLang="en-US" sz="1400" dirty="0">
                <a:latin typeface="Cambria" panose="02040503050406030204" pitchFamily="18" charset="0"/>
              </a:rPr>
              <a:t>]</a:t>
            </a:r>
            <a:r>
              <a:rPr lang="en-IN" altLang="en-US" sz="1400" b="1" dirty="0">
                <a:latin typeface="Cambria" panose="02040503050406030204" pitchFamily="18" charset="0"/>
              </a:rPr>
              <a:t>  </a:t>
            </a:r>
          </a:p>
          <a:p>
            <a:pPr eaLnBrk="1" hangingPunct="1"/>
            <a:r>
              <a:rPr lang="en-IN" altLang="en-US" sz="1400" b="1" dirty="0">
                <a:latin typeface="Cambria" panose="02040503050406030204" pitchFamily="18" charset="0"/>
              </a:rPr>
              <a:t>                                                                                            where initial value of </a:t>
            </a:r>
            <a:r>
              <a:rPr lang="en-IN" altLang="en-US" sz="1400" b="1" dirty="0" err="1">
                <a:latin typeface="Cambria" panose="02040503050406030204" pitchFamily="18" charset="0"/>
              </a:rPr>
              <a:t>i</a:t>
            </a:r>
            <a:r>
              <a:rPr lang="en-IN" altLang="en-US" sz="1400" b="1" dirty="0">
                <a:latin typeface="Cambria" panose="02040503050406030204" pitchFamily="18" charset="0"/>
              </a:rPr>
              <a:t>=0         </a:t>
            </a:r>
          </a:p>
        </p:txBody>
      </p:sp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69BB026B-D5E0-AA6B-796B-04B1C98599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208282"/>
              </p:ext>
            </p:extLst>
          </p:nvPr>
        </p:nvGraphicFramePr>
        <p:xfrm>
          <a:off x="4199731" y="4873485"/>
          <a:ext cx="350837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172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</a:t>
                      </a:r>
                      <a:endParaRPr lang="en-IN" sz="1400" dirty="0"/>
                    </a:p>
                  </a:txBody>
                  <a:tcPr marL="91451" marR="9145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72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</a:t>
                      </a:r>
                      <a:endParaRPr lang="en-IN" sz="1400" dirty="0"/>
                    </a:p>
                  </a:txBody>
                  <a:tcPr marL="91451" marR="9145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72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</a:t>
                      </a:r>
                      <a:endParaRPr lang="en-IN" sz="1400" dirty="0"/>
                    </a:p>
                  </a:txBody>
                  <a:tcPr marL="91451" marR="9145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72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</a:t>
                      </a:r>
                      <a:endParaRPr lang="en-IN" sz="1400" dirty="0"/>
                    </a:p>
                  </a:txBody>
                  <a:tcPr marL="91451" marR="9145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72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\0</a:t>
                      </a:r>
                      <a:endParaRPr lang="en-IN" sz="1400" dirty="0"/>
                    </a:p>
                  </a:txBody>
                  <a:tcPr marL="91451" marR="9145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F59DD84C-EC5D-238E-C43F-F75A3B3EA2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55246"/>
              </p:ext>
            </p:extLst>
          </p:nvPr>
        </p:nvGraphicFramePr>
        <p:xfrm>
          <a:off x="5920581" y="4868722"/>
          <a:ext cx="350837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172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</a:t>
                      </a:r>
                      <a:endParaRPr lang="en-IN" sz="1400" dirty="0"/>
                    </a:p>
                  </a:txBody>
                  <a:tcPr marL="91451" marR="9145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72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</a:t>
                      </a:r>
                      <a:endParaRPr lang="en-IN" sz="1400" dirty="0"/>
                    </a:p>
                  </a:txBody>
                  <a:tcPr marL="91451" marR="9145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72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</a:t>
                      </a:r>
                      <a:endParaRPr lang="en-IN" sz="1400" dirty="0"/>
                    </a:p>
                  </a:txBody>
                  <a:tcPr marL="91451" marR="9145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72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</a:t>
                      </a:r>
                      <a:endParaRPr lang="en-IN" sz="1400" dirty="0"/>
                    </a:p>
                  </a:txBody>
                  <a:tcPr marL="91451" marR="9145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72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\0</a:t>
                      </a:r>
                      <a:endParaRPr lang="en-IN" sz="1400" dirty="0"/>
                    </a:p>
                  </a:txBody>
                  <a:tcPr marL="91451" marR="9145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149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93CD6-D07F-5360-D5C3-57DD5284B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Rectangle">
            <a:extLst>
              <a:ext uri="{FF2B5EF4-FFF2-40B4-BE49-F238E27FC236}">
                <a16:creationId xmlns:a16="http://schemas.microsoft.com/office/drawing/2014/main" id="{7283711E-6837-5A13-E22B-BC00FF53E290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1048623" name="Rectangle">
            <a:extLst>
              <a:ext uri="{FF2B5EF4-FFF2-40B4-BE49-F238E27FC236}">
                <a16:creationId xmlns:a16="http://schemas.microsoft.com/office/drawing/2014/main" id="{339DE6F3-C683-D99B-BF76-8F13F64A17D4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91" name="Group 32">
            <a:extLst>
              <a:ext uri="{FF2B5EF4-FFF2-40B4-BE49-F238E27FC236}">
                <a16:creationId xmlns:a16="http://schemas.microsoft.com/office/drawing/2014/main" id="{B7B496A2-BC16-BAC8-2F95-AD92B43C8162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1048624" name="Rectangle">
              <a:extLst>
                <a:ext uri="{FF2B5EF4-FFF2-40B4-BE49-F238E27FC236}">
                  <a16:creationId xmlns:a16="http://schemas.microsoft.com/office/drawing/2014/main" id="{718FAE45-0FC6-A5B6-5614-FBEEB0D4E5CD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1048625" name="Rectangle">
              <a:extLst>
                <a:ext uri="{FF2B5EF4-FFF2-40B4-BE49-F238E27FC236}">
                  <a16:creationId xmlns:a16="http://schemas.microsoft.com/office/drawing/2014/main" id="{02BE1C04-47D7-BD3F-9A46-3FB4C0BDA3D2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097160" name="Image" descr="Image">
              <a:extLst>
                <a:ext uri="{FF2B5EF4-FFF2-40B4-BE49-F238E27FC236}">
                  <a16:creationId xmlns:a16="http://schemas.microsoft.com/office/drawing/2014/main" id="{51409EFB-190D-4994-C124-5DB2539149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57B1185C-B20A-B408-4A02-8ED191808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9007" y="52388"/>
            <a:ext cx="5392765" cy="7078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sz="2000" b="1" u="sng" dirty="0">
              <a:latin typeface="Cambria" panose="020405030504060302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altLang="zh-CN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E947F2-DB1F-C788-784E-9C3D57C80477}"/>
              </a:ext>
            </a:extLst>
          </p:cNvPr>
          <p:cNvSpPr txBox="1"/>
          <p:nvPr/>
        </p:nvSpPr>
        <p:spPr>
          <a:xfrm>
            <a:off x="3032760" y="226785"/>
            <a:ext cx="610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graphicFrame>
        <p:nvGraphicFramePr>
          <p:cNvPr id="2" name="Table 6">
            <a:extLst>
              <a:ext uri="{FF2B5EF4-FFF2-40B4-BE49-F238E27FC236}">
                <a16:creationId xmlns:a16="http://schemas.microsoft.com/office/drawing/2014/main" id="{F5F8DE8E-F83F-B714-1093-FD170F7AA0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176606"/>
              </p:ext>
            </p:extLst>
          </p:nvPr>
        </p:nvGraphicFramePr>
        <p:xfrm>
          <a:off x="2846835" y="28590"/>
          <a:ext cx="8907072" cy="67801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85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8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1759">
                <a:tc>
                  <a:txBody>
                    <a:bodyPr/>
                    <a:lstStyle/>
                    <a:p>
                      <a:r>
                        <a:rPr lang="en-US" sz="1800" dirty="0" err="1"/>
                        <a:t>Built_in</a:t>
                      </a:r>
                      <a:r>
                        <a:rPr lang="en-US" sz="1800" dirty="0"/>
                        <a:t> function</a:t>
                      </a:r>
                      <a:endParaRPr lang="en-IN" sz="1800" dirty="0"/>
                    </a:p>
                  </a:txBody>
                  <a:tcPr marL="91442" marR="91442" marT="45722" marB="45722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User-defined function</a:t>
                      </a:r>
                    </a:p>
                  </a:txBody>
                  <a:tcPr marL="91442" marR="91442" marT="45722" marB="4572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3536">
                <a:tc>
                  <a:txBody>
                    <a:bodyPr/>
                    <a:lstStyle/>
                    <a:p>
                      <a:r>
                        <a:rPr lang="en-US" sz="1600" dirty="0"/>
                        <a:t>#include&lt;</a:t>
                      </a:r>
                      <a:r>
                        <a:rPr lang="en-US" sz="1600" dirty="0" err="1"/>
                        <a:t>stdio.h</a:t>
                      </a:r>
                      <a:r>
                        <a:rPr lang="en-US" sz="1600" dirty="0"/>
                        <a:t>&gt;</a:t>
                      </a:r>
                    </a:p>
                    <a:p>
                      <a:r>
                        <a:rPr lang="en-US" sz="1600" dirty="0"/>
                        <a:t>#include&lt;</a:t>
                      </a:r>
                      <a:r>
                        <a:rPr lang="en-US" sz="1600" dirty="0" err="1"/>
                        <a:t>string.h</a:t>
                      </a:r>
                      <a:r>
                        <a:rPr lang="en-US" sz="1600" dirty="0"/>
                        <a:t>&gt;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dirty="0"/>
                        <a:t>void main()</a:t>
                      </a:r>
                    </a:p>
                    <a:p>
                      <a:r>
                        <a:rPr lang="en-IN" sz="1600" dirty="0"/>
                        <a:t>{</a:t>
                      </a:r>
                    </a:p>
                    <a:p>
                      <a:r>
                        <a:rPr lang="en-IN" sz="1600" dirty="0"/>
                        <a:t> char s1[]=“RAMA”;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dirty="0"/>
                        <a:t>char s2[]=“KRISHNA”;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6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dirty="0"/>
                        <a:t>Int difference;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dirty="0"/>
                        <a:t>difference=</a:t>
                      </a:r>
                      <a:r>
                        <a:rPr lang="en-IN" sz="1600" dirty="0" err="1"/>
                        <a:t>strcmp</a:t>
                      </a:r>
                      <a:r>
                        <a:rPr lang="en-IN" sz="1600" dirty="0"/>
                        <a:t>(s1,s2);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6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dirty="0"/>
                        <a:t>If(difference==0)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dirty="0" err="1"/>
                        <a:t>Printf</a:t>
                      </a:r>
                      <a:r>
                        <a:rPr lang="en-IN" sz="1600" dirty="0"/>
                        <a:t>(%s = %s\n”,s1,s2);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dirty="0"/>
                        <a:t>else if (difference&gt;0)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6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dirty="0" err="1"/>
                        <a:t>Printf</a:t>
                      </a:r>
                      <a:r>
                        <a:rPr lang="en-IN" sz="1600" dirty="0"/>
                        <a:t>(“%s&gt;%s\n”,s1,s2);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6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dirty="0"/>
                        <a:t>else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6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dirty="0" err="1"/>
                        <a:t>Printf</a:t>
                      </a:r>
                      <a:r>
                        <a:rPr lang="en-IN" sz="1600" dirty="0"/>
                        <a:t>(“%s&lt;%s\n”,s1,s2);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dirty="0"/>
                        <a:t>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400" dirty="0"/>
                    </a:p>
                    <a:p>
                      <a:endParaRPr lang="en-IN" sz="1800" dirty="0"/>
                    </a:p>
                  </a:txBody>
                  <a:tcPr marL="91442" marR="91442" marT="45722" marB="45722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</a:t>
                      </a:r>
                      <a:r>
                        <a:rPr lang="en-US" sz="1400" dirty="0"/>
                        <a:t>#include&lt;</a:t>
                      </a:r>
                      <a:r>
                        <a:rPr lang="en-US" sz="1400" dirty="0" err="1"/>
                        <a:t>stdio.h</a:t>
                      </a:r>
                      <a:r>
                        <a:rPr lang="en-US" sz="1400" dirty="0"/>
                        <a:t>&gt;</a:t>
                      </a:r>
                    </a:p>
                    <a:p>
                      <a:r>
                        <a:rPr lang="en-US" sz="1400" dirty="0"/>
                        <a:t>#include&lt;</a:t>
                      </a:r>
                      <a:r>
                        <a:rPr lang="en-US" sz="1400" dirty="0" err="1"/>
                        <a:t>string.h</a:t>
                      </a:r>
                      <a:r>
                        <a:rPr lang="en-US" sz="1400" dirty="0"/>
                        <a:t>&gt;</a:t>
                      </a:r>
                    </a:p>
                    <a:p>
                      <a:r>
                        <a:rPr lang="en-IN" sz="1400" dirty="0"/>
                        <a:t>Void main()</a:t>
                      </a:r>
                    </a:p>
                    <a:p>
                      <a:r>
                        <a:rPr lang="en-IN" sz="1400" dirty="0"/>
                        <a:t>{</a:t>
                      </a:r>
                    </a:p>
                    <a:p>
                      <a:r>
                        <a:rPr lang="en-IN" sz="1400" dirty="0"/>
                        <a:t>Int </a:t>
                      </a:r>
                      <a:r>
                        <a:rPr lang="en-IN" sz="1400" dirty="0" err="1"/>
                        <a:t>difference,I</a:t>
                      </a:r>
                      <a:r>
                        <a:rPr lang="en-IN" sz="1400" dirty="0"/>
                        <a:t>;</a:t>
                      </a:r>
                    </a:p>
                    <a:p>
                      <a:r>
                        <a:rPr lang="en-IN" sz="1400" dirty="0"/>
                        <a:t>char str1[20], str2[20];</a:t>
                      </a:r>
                    </a:p>
                    <a:p>
                      <a:endParaRPr lang="en-IN" sz="1400" dirty="0"/>
                    </a:p>
                    <a:p>
                      <a:r>
                        <a:rPr lang="en-IN" sz="1400" dirty="0" err="1"/>
                        <a:t>printf</a:t>
                      </a:r>
                      <a:r>
                        <a:rPr lang="en-IN" sz="1400" dirty="0"/>
                        <a:t>("Enter the string1\n");     </a:t>
                      </a:r>
                      <a:r>
                        <a:rPr lang="en-IN" sz="1400" dirty="0" err="1"/>
                        <a:t>scanf</a:t>
                      </a:r>
                      <a:r>
                        <a:rPr lang="en-IN" sz="1400" dirty="0"/>
                        <a:t>("%[^\n]", str1);  // gets(str1);  </a:t>
                      </a:r>
                    </a:p>
                    <a:p>
                      <a:endParaRPr lang="en-IN" sz="1400" dirty="0"/>
                    </a:p>
                    <a:p>
                      <a:r>
                        <a:rPr lang="en-IN" sz="1400" dirty="0" err="1"/>
                        <a:t>printf</a:t>
                      </a:r>
                      <a:r>
                        <a:rPr lang="en-IN" sz="1400" dirty="0"/>
                        <a:t>("Enter the string2\n");     </a:t>
                      </a:r>
                      <a:r>
                        <a:rPr lang="en-IN" sz="1400" dirty="0" err="1"/>
                        <a:t>scanf</a:t>
                      </a:r>
                      <a:r>
                        <a:rPr lang="en-IN" sz="1400" dirty="0"/>
                        <a:t>("%[^\n]", str2);  // gets(str2);  </a:t>
                      </a:r>
                    </a:p>
                    <a:p>
                      <a:r>
                        <a:rPr lang="en-IN" sz="1400" dirty="0"/>
                        <a:t>   </a:t>
                      </a:r>
                    </a:p>
                    <a:p>
                      <a:r>
                        <a:rPr lang="en-IN" sz="1400" dirty="0" err="1"/>
                        <a:t>i</a:t>
                      </a:r>
                      <a:r>
                        <a:rPr lang="en-IN" sz="1400" dirty="0"/>
                        <a:t>=0;</a:t>
                      </a:r>
                    </a:p>
                    <a:p>
                      <a:r>
                        <a:rPr lang="en-IN" sz="1400" dirty="0"/>
                        <a:t>While(s1[</a:t>
                      </a:r>
                      <a:r>
                        <a:rPr lang="en-IN" sz="1400" dirty="0" err="1"/>
                        <a:t>i</a:t>
                      </a:r>
                      <a:r>
                        <a:rPr lang="en-IN" sz="1400" dirty="0"/>
                        <a:t>]==s2[</a:t>
                      </a:r>
                      <a:r>
                        <a:rPr lang="en-IN" sz="1400" dirty="0" err="1"/>
                        <a:t>i</a:t>
                      </a:r>
                      <a:r>
                        <a:rPr lang="en-IN" sz="1400" dirty="0"/>
                        <a:t>])</a:t>
                      </a:r>
                    </a:p>
                    <a:p>
                      <a:r>
                        <a:rPr lang="en-IN" sz="1400" dirty="0"/>
                        <a:t>{</a:t>
                      </a:r>
                    </a:p>
                    <a:p>
                      <a:r>
                        <a:rPr lang="en-IN" sz="1400" dirty="0"/>
                        <a:t>    If(s1[</a:t>
                      </a:r>
                      <a:r>
                        <a:rPr lang="en-IN" sz="1400" dirty="0" err="1"/>
                        <a:t>i</a:t>
                      </a:r>
                      <a:r>
                        <a:rPr lang="en-IN" sz="1400" dirty="0"/>
                        <a:t>]== ‘\0’)</a:t>
                      </a:r>
                    </a:p>
                    <a:p>
                      <a:r>
                        <a:rPr lang="en-IN" sz="1400" dirty="0"/>
                        <a:t>    break;</a:t>
                      </a:r>
                    </a:p>
                    <a:p>
                      <a:r>
                        <a:rPr lang="en-IN" sz="1400" dirty="0"/>
                        <a:t>    </a:t>
                      </a:r>
                      <a:r>
                        <a:rPr lang="en-IN" sz="1400" dirty="0" err="1"/>
                        <a:t>i</a:t>
                      </a:r>
                      <a:r>
                        <a:rPr lang="en-IN" sz="1400" dirty="0"/>
                        <a:t>++</a:t>
                      </a:r>
                      <a:r>
                        <a:rPr lang="en-US" altLang="en-IN" sz="1400" dirty="0"/>
                        <a:t>;</a:t>
                      </a:r>
                      <a:endParaRPr lang="en-IN" sz="1400" dirty="0"/>
                    </a:p>
                    <a:p>
                      <a:r>
                        <a:rPr lang="en-IN" sz="1400" dirty="0"/>
                        <a:t>}</a:t>
                      </a:r>
                    </a:p>
                    <a:p>
                      <a:r>
                        <a:rPr lang="en-IN" sz="1400" dirty="0"/>
                        <a:t>     difference=s1[</a:t>
                      </a:r>
                      <a:r>
                        <a:rPr lang="en-IN" sz="1400" dirty="0" err="1"/>
                        <a:t>i</a:t>
                      </a:r>
                      <a:r>
                        <a:rPr lang="en-IN" sz="1400" dirty="0"/>
                        <a:t>]-s2[</a:t>
                      </a:r>
                      <a:r>
                        <a:rPr lang="en-IN" sz="1400" dirty="0" err="1"/>
                        <a:t>i</a:t>
                      </a:r>
                      <a:r>
                        <a:rPr lang="en-IN" sz="1400" dirty="0"/>
                        <a:t>];</a:t>
                      </a:r>
                    </a:p>
                    <a:p>
                      <a:r>
                        <a:rPr lang="en-IN" sz="1400" dirty="0"/>
                        <a:t>    if(difference = = 0)    </a:t>
                      </a:r>
                    </a:p>
                    <a:p>
                      <a:r>
                        <a:rPr lang="en-IN" sz="1400" dirty="0"/>
                        <a:t>  </a:t>
                      </a:r>
                      <a:r>
                        <a:rPr lang="en-IN" sz="1400" dirty="0" err="1"/>
                        <a:t>printf</a:t>
                      </a:r>
                      <a:r>
                        <a:rPr lang="en-IN" sz="1400" dirty="0"/>
                        <a:t>("%s = %s\n", s1, s2);  </a:t>
                      </a:r>
                    </a:p>
                    <a:p>
                      <a:r>
                        <a:rPr lang="en-IN" sz="1400" dirty="0"/>
                        <a:t>   else if (difference &gt;0)    </a:t>
                      </a:r>
                    </a:p>
                    <a:p>
                      <a:r>
                        <a:rPr lang="en-IN" sz="1400" dirty="0"/>
                        <a:t>  </a:t>
                      </a:r>
                      <a:r>
                        <a:rPr lang="en-IN" sz="1400" dirty="0" err="1"/>
                        <a:t>printf</a:t>
                      </a:r>
                      <a:r>
                        <a:rPr lang="en-IN" sz="1400" dirty="0"/>
                        <a:t>("%s &gt; %s\n",s1, s2);  </a:t>
                      </a:r>
                    </a:p>
                    <a:p>
                      <a:r>
                        <a:rPr lang="en-IN" sz="1400" dirty="0"/>
                        <a:t>   else   </a:t>
                      </a:r>
                    </a:p>
                    <a:p>
                      <a:r>
                        <a:rPr lang="en-IN" sz="1400" dirty="0"/>
                        <a:t>  </a:t>
                      </a:r>
                      <a:r>
                        <a:rPr lang="en-IN" sz="1400" dirty="0" err="1"/>
                        <a:t>printf</a:t>
                      </a:r>
                      <a:r>
                        <a:rPr lang="en-IN" sz="1400" dirty="0"/>
                        <a:t>("%s &lt; %s\n", s1, s2); </a:t>
                      </a:r>
                    </a:p>
                    <a:p>
                      <a:r>
                        <a:rPr lang="en-IN" sz="1400" dirty="0"/>
                        <a:t>}</a:t>
                      </a:r>
                    </a:p>
                    <a:p>
                      <a:endParaRPr lang="en-IN" sz="1400" dirty="0"/>
                    </a:p>
                  </a:txBody>
                  <a:tcPr marL="91442" marR="91442" marT="45722" marB="4572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600"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42" marR="91442" marT="45722" marB="45722"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91442" marR="91442" marT="45722" marB="4572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3654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09195-4FC0-1480-5894-15C9143B3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Rectangle">
            <a:extLst>
              <a:ext uri="{FF2B5EF4-FFF2-40B4-BE49-F238E27FC236}">
                <a16:creationId xmlns:a16="http://schemas.microsoft.com/office/drawing/2014/main" id="{06E281AB-B0F9-31A8-7649-4C4CE3A59415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1048623" name="Rectangle">
            <a:extLst>
              <a:ext uri="{FF2B5EF4-FFF2-40B4-BE49-F238E27FC236}">
                <a16:creationId xmlns:a16="http://schemas.microsoft.com/office/drawing/2014/main" id="{B85923FD-B913-227A-B563-E7AD664F0BB5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91" name="Group 32">
            <a:extLst>
              <a:ext uri="{FF2B5EF4-FFF2-40B4-BE49-F238E27FC236}">
                <a16:creationId xmlns:a16="http://schemas.microsoft.com/office/drawing/2014/main" id="{5A9EF50A-88DE-57F2-3CC1-C0EC1CBD4BFB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1048624" name="Rectangle">
              <a:extLst>
                <a:ext uri="{FF2B5EF4-FFF2-40B4-BE49-F238E27FC236}">
                  <a16:creationId xmlns:a16="http://schemas.microsoft.com/office/drawing/2014/main" id="{4936BE76-C494-3CBE-4E81-0A80A3593D93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1048625" name="Rectangle">
              <a:extLst>
                <a:ext uri="{FF2B5EF4-FFF2-40B4-BE49-F238E27FC236}">
                  <a16:creationId xmlns:a16="http://schemas.microsoft.com/office/drawing/2014/main" id="{37ED7FC9-A04E-1C00-CD94-6201B9CD5B07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097160" name="Image" descr="Image">
              <a:extLst>
                <a:ext uri="{FF2B5EF4-FFF2-40B4-BE49-F238E27FC236}">
                  <a16:creationId xmlns:a16="http://schemas.microsoft.com/office/drawing/2014/main" id="{3792FBF6-7E0B-3FFE-EB6C-900D94787C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009B9790-75E7-BC46-0ADF-F79920560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9007" y="52388"/>
            <a:ext cx="5392765" cy="7078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sz="2000" b="1" u="sng" dirty="0">
              <a:latin typeface="Cambria" panose="020405030504060302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altLang="zh-CN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BFFBCE-B26A-E7E7-02FF-0AE3EF585F24}"/>
              </a:ext>
            </a:extLst>
          </p:cNvPr>
          <p:cNvSpPr txBox="1"/>
          <p:nvPr/>
        </p:nvSpPr>
        <p:spPr>
          <a:xfrm>
            <a:off x="3032760" y="226785"/>
            <a:ext cx="610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B48E4F-7EF4-13F6-3A11-9AD0F6486150}"/>
              </a:ext>
            </a:extLst>
          </p:cNvPr>
          <p:cNvSpPr txBox="1"/>
          <p:nvPr/>
        </p:nvSpPr>
        <p:spPr>
          <a:xfrm>
            <a:off x="2629665" y="648505"/>
            <a:ext cx="650565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en-IN" altLang="en-US" b="1" dirty="0" err="1">
                <a:latin typeface="Cambria" panose="02040503050406030204" pitchFamily="18" charset="0"/>
              </a:rPr>
              <a:t>Strrev</a:t>
            </a:r>
            <a:r>
              <a:rPr lang="en-IN" altLang="en-US" b="1" dirty="0">
                <a:latin typeface="Cambria" panose="02040503050406030204" pitchFamily="18" charset="0"/>
              </a:rPr>
              <a:t>(str)-String reverse</a:t>
            </a:r>
          </a:p>
          <a:p>
            <a:pPr algn="just" eaLnBrk="1" hangingPunct="1"/>
            <a:endParaRPr lang="en-IN" altLang="en-US" b="1" dirty="0">
              <a:latin typeface="Cambria" panose="02040503050406030204" pitchFamily="18" charset="0"/>
            </a:endParaRPr>
          </a:p>
          <a:p>
            <a:pPr algn="just" eaLnBrk="1" hangingPunct="1"/>
            <a:r>
              <a:rPr lang="en-IN" altLang="en-US" b="1" dirty="0">
                <a:latin typeface="Cambria" panose="02040503050406030204" pitchFamily="18" charset="0"/>
              </a:rPr>
              <a:t>Syntax:  </a:t>
            </a:r>
            <a:r>
              <a:rPr lang="en-IN" altLang="en-US" dirty="0" err="1">
                <a:latin typeface="Cambria" panose="02040503050406030204" pitchFamily="18" charset="0"/>
              </a:rPr>
              <a:t>strrev</a:t>
            </a:r>
            <a:r>
              <a:rPr lang="en-IN" altLang="en-US" dirty="0">
                <a:latin typeface="Cambria" panose="02040503050406030204" pitchFamily="18" charset="0"/>
              </a:rPr>
              <a:t>(str)</a:t>
            </a:r>
          </a:p>
          <a:p>
            <a:pPr algn="just" eaLnBrk="1" hangingPunct="1"/>
            <a:endParaRPr lang="en-IN" altLang="en-US" dirty="0">
              <a:latin typeface="Cambria" panose="02040503050406030204" pitchFamily="18" charset="0"/>
            </a:endParaRPr>
          </a:p>
          <a:p>
            <a:pPr algn="just" eaLnBrk="1" hangingPunct="1"/>
            <a:r>
              <a:rPr lang="en-IN" altLang="en-US" dirty="0">
                <a:latin typeface="Cambria" panose="02040503050406030204" pitchFamily="18" charset="0"/>
              </a:rPr>
              <a:t>  where </a:t>
            </a:r>
          </a:p>
          <a:p>
            <a:pPr algn="just" eaLnBrk="1" hangingPunct="1"/>
            <a:r>
              <a:rPr lang="en-IN" altLang="en-US" dirty="0">
                <a:latin typeface="Cambria" panose="02040503050406030204" pitchFamily="18" charset="0"/>
              </a:rPr>
              <a:t>         </a:t>
            </a:r>
            <a:r>
              <a:rPr lang="en-IN" altLang="en-US" b="1" dirty="0">
                <a:latin typeface="Cambria" panose="02040503050406030204" pitchFamily="18" charset="0"/>
              </a:rPr>
              <a:t>str </a:t>
            </a:r>
            <a:r>
              <a:rPr lang="en-IN" altLang="en-US" dirty="0">
                <a:latin typeface="Cambria" panose="02040503050406030204" pitchFamily="18" charset="0"/>
              </a:rPr>
              <a:t>is the given string</a:t>
            </a:r>
          </a:p>
          <a:p>
            <a:pPr algn="just" eaLnBrk="1" hangingPunct="1"/>
            <a:endParaRPr lang="en-IN" altLang="en-US" dirty="0">
              <a:latin typeface="Cambria" panose="02040503050406030204" pitchFamily="18" charset="0"/>
            </a:endParaRPr>
          </a:p>
          <a:p>
            <a:pPr algn="just" eaLnBrk="1" hangingPunct="1"/>
            <a:r>
              <a:rPr lang="en-IN" altLang="en-US" dirty="0">
                <a:latin typeface="Cambria" panose="02040503050406030204" pitchFamily="18" charset="0"/>
              </a:rPr>
              <a:t>This function reverses all characters in the string str except the terminating NULL character ‘\0’.</a:t>
            </a:r>
          </a:p>
        </p:txBody>
      </p:sp>
    </p:spTree>
    <p:extLst>
      <p:ext uri="{BB962C8B-B14F-4D97-AF65-F5344CB8AC3E}">
        <p14:creationId xmlns:p14="http://schemas.microsoft.com/office/powerpoint/2010/main" val="2062339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DA4A0-2905-F862-CB4E-21C523105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Rectangle">
            <a:extLst>
              <a:ext uri="{FF2B5EF4-FFF2-40B4-BE49-F238E27FC236}">
                <a16:creationId xmlns:a16="http://schemas.microsoft.com/office/drawing/2014/main" id="{8624AD00-E861-BFAD-B0EC-5EEC3C1E9B0A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1048623" name="Rectangle">
            <a:extLst>
              <a:ext uri="{FF2B5EF4-FFF2-40B4-BE49-F238E27FC236}">
                <a16:creationId xmlns:a16="http://schemas.microsoft.com/office/drawing/2014/main" id="{352F989D-1647-C04B-FF6F-A66EEE7E1375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91" name="Group 32">
            <a:extLst>
              <a:ext uri="{FF2B5EF4-FFF2-40B4-BE49-F238E27FC236}">
                <a16:creationId xmlns:a16="http://schemas.microsoft.com/office/drawing/2014/main" id="{BDF7D3A3-1898-F714-5E41-7AD028C309CF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1048624" name="Rectangle">
              <a:extLst>
                <a:ext uri="{FF2B5EF4-FFF2-40B4-BE49-F238E27FC236}">
                  <a16:creationId xmlns:a16="http://schemas.microsoft.com/office/drawing/2014/main" id="{D9658B72-9C7D-3E0B-537B-32C7511AFDFD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1048625" name="Rectangle">
              <a:extLst>
                <a:ext uri="{FF2B5EF4-FFF2-40B4-BE49-F238E27FC236}">
                  <a16:creationId xmlns:a16="http://schemas.microsoft.com/office/drawing/2014/main" id="{825C26FB-C2F7-639C-E240-13570A3AC2DA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097160" name="Image" descr="Image">
              <a:extLst>
                <a:ext uri="{FF2B5EF4-FFF2-40B4-BE49-F238E27FC236}">
                  <a16:creationId xmlns:a16="http://schemas.microsoft.com/office/drawing/2014/main" id="{3DA2DFAE-30D9-03A4-B7C5-9D2C7D1CF1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22853DA3-52ED-9090-5CB2-AFBE226647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9007" y="52388"/>
            <a:ext cx="5392765" cy="7078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sz="2000" b="1" u="sng" dirty="0">
              <a:latin typeface="Cambria" panose="020405030504060302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altLang="zh-CN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631AF4-9FF1-2C94-6261-A30A238414D0}"/>
              </a:ext>
            </a:extLst>
          </p:cNvPr>
          <p:cNvSpPr txBox="1"/>
          <p:nvPr/>
        </p:nvSpPr>
        <p:spPr>
          <a:xfrm>
            <a:off x="3032760" y="226785"/>
            <a:ext cx="610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graphicFrame>
        <p:nvGraphicFramePr>
          <p:cNvPr id="2" name="Table 6">
            <a:extLst>
              <a:ext uri="{FF2B5EF4-FFF2-40B4-BE49-F238E27FC236}">
                <a16:creationId xmlns:a16="http://schemas.microsoft.com/office/drawing/2014/main" id="{50F70771-C0DC-0857-0383-6C0E7CD7CB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771244"/>
              </p:ext>
            </p:extLst>
          </p:nvPr>
        </p:nvGraphicFramePr>
        <p:xfrm>
          <a:off x="3143328" y="12955"/>
          <a:ext cx="7250738" cy="673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98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09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79">
                <a:tc>
                  <a:txBody>
                    <a:bodyPr/>
                    <a:lstStyle/>
                    <a:p>
                      <a:r>
                        <a:rPr lang="en-US" sz="1800" dirty="0" err="1"/>
                        <a:t>Built_in</a:t>
                      </a:r>
                      <a:r>
                        <a:rPr lang="en-US" sz="1800" dirty="0"/>
                        <a:t> function</a:t>
                      </a:r>
                      <a:endParaRPr lang="en-IN" sz="1800" dirty="0"/>
                    </a:p>
                  </a:txBody>
                  <a:tcPr marL="91435" marR="91435" marT="45710" marB="4571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User-defined function</a:t>
                      </a:r>
                      <a:endParaRPr lang="en-IN" sz="1800" dirty="0"/>
                    </a:p>
                  </a:txBody>
                  <a:tcPr marL="91435" marR="91435" marT="45710" marB="4571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3744">
                <a:tc>
                  <a:txBody>
                    <a:bodyPr/>
                    <a:lstStyle/>
                    <a:p>
                      <a:r>
                        <a:rPr lang="en-US" sz="2000" dirty="0"/>
                        <a:t>#include&lt;</a:t>
                      </a:r>
                      <a:r>
                        <a:rPr lang="en-US" sz="2000" dirty="0" err="1"/>
                        <a:t>stdio.h</a:t>
                      </a:r>
                      <a:r>
                        <a:rPr lang="en-US" sz="2000" dirty="0"/>
                        <a:t>&gt;</a:t>
                      </a:r>
                    </a:p>
                    <a:p>
                      <a:r>
                        <a:rPr lang="en-US" sz="2000" dirty="0"/>
                        <a:t>#include&lt;</a:t>
                      </a:r>
                      <a:r>
                        <a:rPr lang="en-US" sz="2000" dirty="0" err="1"/>
                        <a:t>string.h</a:t>
                      </a:r>
                      <a:r>
                        <a:rPr lang="en-US" sz="2000" dirty="0"/>
                        <a:t>&gt;</a:t>
                      </a:r>
                    </a:p>
                    <a:p>
                      <a:r>
                        <a:rPr lang="en-US" sz="2000" dirty="0"/>
                        <a:t>void main()</a:t>
                      </a:r>
                    </a:p>
                    <a:p>
                      <a:r>
                        <a:rPr lang="en-US" sz="2000" dirty="0"/>
                        <a:t>{</a:t>
                      </a:r>
                    </a:p>
                    <a:p>
                      <a:r>
                        <a:rPr lang="en-US" sz="2000" dirty="0"/>
                        <a:t>    char str[]=“INDIA”;</a:t>
                      </a:r>
                    </a:p>
                    <a:p>
                      <a:r>
                        <a:rPr lang="en-US" sz="2000" dirty="0"/>
                        <a:t>    </a:t>
                      </a:r>
                    </a:p>
                    <a:p>
                      <a:r>
                        <a:rPr lang="en-US" sz="2000" dirty="0"/>
                        <a:t>    </a:t>
                      </a:r>
                      <a:r>
                        <a:rPr lang="en-US" sz="2000" dirty="0" err="1"/>
                        <a:t>strrev</a:t>
                      </a:r>
                      <a:r>
                        <a:rPr lang="en-US" sz="2000" dirty="0"/>
                        <a:t>(str);</a:t>
                      </a:r>
                    </a:p>
                    <a:p>
                      <a:endParaRPr lang="en-US" sz="2000" dirty="0"/>
                    </a:p>
                    <a:p>
                      <a:r>
                        <a:rPr lang="en-US" sz="2000" dirty="0"/>
                        <a:t>    </a:t>
                      </a:r>
                      <a:r>
                        <a:rPr lang="en-US" sz="2000" dirty="0" err="1"/>
                        <a:t>printf</a:t>
                      </a:r>
                      <a:r>
                        <a:rPr lang="en-US" sz="2000" dirty="0"/>
                        <a:t>(“Rev String = %s\</a:t>
                      </a:r>
                      <a:r>
                        <a:rPr lang="en-US" sz="2000" dirty="0" err="1"/>
                        <a:t>n”,str</a:t>
                      </a:r>
                      <a:r>
                        <a:rPr lang="en-US" sz="2000" dirty="0"/>
                        <a:t>);</a:t>
                      </a:r>
                    </a:p>
                    <a:p>
                      <a:r>
                        <a:rPr lang="en-US" sz="2000" dirty="0"/>
                        <a:t>} </a:t>
                      </a:r>
                    </a:p>
                    <a:p>
                      <a:endParaRPr lang="en-US" sz="2000" dirty="0"/>
                    </a:p>
                    <a:p>
                      <a:endParaRPr lang="en-US" sz="2000" dirty="0"/>
                    </a:p>
                    <a:p>
                      <a:r>
                        <a:rPr lang="en-IN" sz="2000" b="1" dirty="0"/>
                        <a:t>INPUT</a:t>
                      </a:r>
                    </a:p>
                    <a:p>
                      <a:r>
                        <a:rPr lang="en-IN" sz="2000" b="0" dirty="0"/>
                        <a:t>INDIA</a:t>
                      </a:r>
                    </a:p>
                    <a:p>
                      <a:endParaRPr lang="en-IN" sz="2000" dirty="0"/>
                    </a:p>
                    <a:p>
                      <a:r>
                        <a:rPr lang="en-IN" sz="2000" b="1" dirty="0"/>
                        <a:t>OUTPUT</a:t>
                      </a:r>
                    </a:p>
                    <a:p>
                      <a:r>
                        <a:rPr lang="en-IN" sz="2000" dirty="0"/>
                        <a:t>Rev String = AIDNI</a:t>
                      </a:r>
                    </a:p>
                  </a:txBody>
                  <a:tcPr marL="91435" marR="91435" marT="45710" marB="4571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#</a:t>
                      </a:r>
                      <a:r>
                        <a:rPr lang="en-US" sz="1600" dirty="0"/>
                        <a:t>include&lt;</a:t>
                      </a:r>
                      <a:r>
                        <a:rPr lang="en-US" sz="1600" dirty="0" err="1"/>
                        <a:t>stdio.h</a:t>
                      </a:r>
                      <a:r>
                        <a:rPr lang="en-US" sz="1600" dirty="0"/>
                        <a:t>&gt;</a:t>
                      </a:r>
                    </a:p>
                    <a:p>
                      <a:r>
                        <a:rPr lang="en-US" sz="1600" dirty="0"/>
                        <a:t>#include&lt;</a:t>
                      </a:r>
                      <a:r>
                        <a:rPr lang="en-US" sz="1600" dirty="0" err="1"/>
                        <a:t>string.h</a:t>
                      </a:r>
                      <a:r>
                        <a:rPr lang="en-US" sz="1600" dirty="0"/>
                        <a:t>&gt;</a:t>
                      </a:r>
                    </a:p>
                    <a:p>
                      <a:r>
                        <a:rPr lang="en-IN" sz="1600" dirty="0"/>
                        <a:t>Void main()</a:t>
                      </a:r>
                    </a:p>
                    <a:p>
                      <a:r>
                        <a:rPr lang="en-IN" sz="1600" dirty="0"/>
                        <a:t>{</a:t>
                      </a:r>
                    </a:p>
                    <a:p>
                      <a:r>
                        <a:rPr lang="en-IN" sz="1600" dirty="0"/>
                        <a:t>   char </a:t>
                      </a:r>
                      <a:r>
                        <a:rPr lang="en-IN" sz="1600" dirty="0" err="1"/>
                        <a:t>src</a:t>
                      </a:r>
                      <a:r>
                        <a:rPr lang="en-IN" sz="1600" dirty="0"/>
                        <a:t>[20],</a:t>
                      </a:r>
                      <a:r>
                        <a:rPr lang="en-IN" sz="1600" dirty="0" err="1"/>
                        <a:t>dest</a:t>
                      </a:r>
                      <a:r>
                        <a:rPr lang="en-IN" sz="1600" dirty="0"/>
                        <a:t>[20];</a:t>
                      </a:r>
                    </a:p>
                    <a:p>
                      <a:r>
                        <a:rPr lang="en-IN" sz="1600" dirty="0"/>
                        <a:t>   int </a:t>
                      </a:r>
                      <a:r>
                        <a:rPr lang="en-IN" sz="1600" dirty="0" err="1"/>
                        <a:t>i,n</a:t>
                      </a:r>
                      <a:r>
                        <a:rPr lang="en-IN" sz="1600" dirty="0"/>
                        <a:t>; </a:t>
                      </a:r>
                    </a:p>
                    <a:p>
                      <a:r>
                        <a:rPr lang="en-IN" sz="1600" dirty="0"/>
                        <a:t>   </a:t>
                      </a:r>
                      <a:r>
                        <a:rPr lang="en-IN" sz="1600" dirty="0" err="1"/>
                        <a:t>printf</a:t>
                      </a:r>
                      <a:r>
                        <a:rPr lang="en-IN" sz="1600" dirty="0"/>
                        <a:t>(“Enter the string\n”);</a:t>
                      </a:r>
                    </a:p>
                    <a:p>
                      <a:r>
                        <a:rPr lang="en-IN" sz="1600" dirty="0"/>
                        <a:t>   gets(</a:t>
                      </a:r>
                      <a:r>
                        <a:rPr lang="en-IN" sz="1600" dirty="0" err="1"/>
                        <a:t>src</a:t>
                      </a:r>
                      <a:r>
                        <a:rPr lang="en-IN" sz="1600" dirty="0"/>
                        <a:t>);</a:t>
                      </a:r>
                    </a:p>
                    <a:p>
                      <a:r>
                        <a:rPr lang="en-IN" sz="1600" dirty="0"/>
                        <a:t>   n=</a:t>
                      </a:r>
                      <a:r>
                        <a:rPr lang="en-IN" sz="1600" dirty="0" err="1"/>
                        <a:t>strlen</a:t>
                      </a:r>
                      <a:r>
                        <a:rPr lang="en-IN" sz="1600" dirty="0"/>
                        <a:t>(</a:t>
                      </a:r>
                      <a:r>
                        <a:rPr lang="en-IN" sz="1600" dirty="0" err="1"/>
                        <a:t>src</a:t>
                      </a:r>
                      <a:r>
                        <a:rPr lang="en-IN" sz="1600" dirty="0"/>
                        <a:t>)</a:t>
                      </a:r>
                    </a:p>
                    <a:p>
                      <a:r>
                        <a:rPr lang="en-IN" sz="1600" dirty="0"/>
                        <a:t>   for(</a:t>
                      </a:r>
                      <a:r>
                        <a:rPr lang="en-IN" sz="1600" dirty="0" err="1"/>
                        <a:t>i</a:t>
                      </a:r>
                      <a:r>
                        <a:rPr lang="en-IN" sz="1600" dirty="0"/>
                        <a:t>=0;i&lt;</a:t>
                      </a:r>
                      <a:r>
                        <a:rPr lang="en-IN" sz="1600" dirty="0" err="1"/>
                        <a:t>n;i</a:t>
                      </a:r>
                      <a:r>
                        <a:rPr lang="en-IN" sz="1600" dirty="0"/>
                        <a:t>++)  </a:t>
                      </a:r>
                    </a:p>
                    <a:p>
                      <a:r>
                        <a:rPr lang="en-IN" sz="1600" dirty="0"/>
                        <a:t>   { </a:t>
                      </a:r>
                    </a:p>
                    <a:p>
                      <a:r>
                        <a:rPr lang="en-IN" sz="1600" dirty="0"/>
                        <a:t>      </a:t>
                      </a:r>
                      <a:r>
                        <a:rPr lang="en-IN" sz="1600" dirty="0" err="1"/>
                        <a:t>dest</a:t>
                      </a:r>
                      <a:r>
                        <a:rPr lang="en-IN" sz="1600" dirty="0"/>
                        <a:t>[n-1-i]=</a:t>
                      </a:r>
                      <a:r>
                        <a:rPr lang="en-IN" sz="1600" dirty="0" err="1"/>
                        <a:t>src</a:t>
                      </a:r>
                      <a:r>
                        <a:rPr lang="en-IN" sz="1600" dirty="0"/>
                        <a:t>[</a:t>
                      </a:r>
                      <a:r>
                        <a:rPr lang="en-IN" sz="1600" dirty="0" err="1"/>
                        <a:t>i</a:t>
                      </a:r>
                      <a:r>
                        <a:rPr lang="en-IN" sz="1600" dirty="0"/>
                        <a:t>];</a:t>
                      </a:r>
                    </a:p>
                    <a:p>
                      <a:r>
                        <a:rPr lang="en-IN" sz="1600" dirty="0"/>
                        <a:t>     } </a:t>
                      </a:r>
                    </a:p>
                    <a:p>
                      <a:r>
                        <a:rPr lang="en-IN" sz="1600" dirty="0"/>
                        <a:t>      </a:t>
                      </a:r>
                      <a:r>
                        <a:rPr lang="en-IN" sz="1600" dirty="0" err="1"/>
                        <a:t>dest</a:t>
                      </a:r>
                      <a:r>
                        <a:rPr lang="en-IN" sz="1600" dirty="0"/>
                        <a:t>[n]=‘\0’;</a:t>
                      </a:r>
                    </a:p>
                    <a:p>
                      <a:r>
                        <a:rPr lang="en-IN" sz="1600" dirty="0"/>
                        <a:t>  </a:t>
                      </a:r>
                      <a:r>
                        <a:rPr lang="en-IN" sz="1600" dirty="0" err="1"/>
                        <a:t>printf</a:t>
                      </a:r>
                      <a:r>
                        <a:rPr lang="en-IN" sz="1600" dirty="0"/>
                        <a:t>(“Source  Destination\n”);</a:t>
                      </a:r>
                    </a:p>
                    <a:p>
                      <a:r>
                        <a:rPr lang="en-IN" sz="1600" dirty="0"/>
                        <a:t>   </a:t>
                      </a:r>
                      <a:r>
                        <a:rPr lang="en-IN" sz="1600" dirty="0" err="1"/>
                        <a:t>printf</a:t>
                      </a:r>
                      <a:r>
                        <a:rPr lang="en-IN" sz="1600" dirty="0"/>
                        <a:t>(“%-5s\t\t%5s\”,</a:t>
                      </a:r>
                      <a:r>
                        <a:rPr lang="en-IN" sz="1600" dirty="0" err="1"/>
                        <a:t>src,dest</a:t>
                      </a:r>
                      <a:r>
                        <a:rPr lang="en-IN" sz="1600" dirty="0"/>
                        <a:t>);</a:t>
                      </a:r>
                    </a:p>
                    <a:p>
                      <a:r>
                        <a:rPr lang="en-IN" sz="1600" dirty="0"/>
                        <a:t>} </a:t>
                      </a:r>
                    </a:p>
                    <a:p>
                      <a:r>
                        <a:rPr lang="en-IN" sz="1600" b="1" dirty="0"/>
                        <a:t>INPUT</a:t>
                      </a:r>
                    </a:p>
                    <a:p>
                      <a:r>
                        <a:rPr lang="en-IN" sz="1600" b="0" dirty="0"/>
                        <a:t>INDIA</a:t>
                      </a:r>
                    </a:p>
                    <a:p>
                      <a:endParaRPr lang="en-IN" sz="1600" b="0" dirty="0"/>
                    </a:p>
                    <a:p>
                      <a:r>
                        <a:rPr lang="en-IN" sz="1600" b="1" dirty="0"/>
                        <a:t>OUTPUT</a:t>
                      </a:r>
                    </a:p>
                    <a:p>
                      <a:r>
                        <a:rPr lang="en-IN" sz="1600" dirty="0"/>
                        <a:t>Source                    Destination</a:t>
                      </a:r>
                    </a:p>
                    <a:p>
                      <a:r>
                        <a:rPr lang="en-IN" sz="1600" dirty="0"/>
                        <a:t> INDIA                         AIDNI</a:t>
                      </a:r>
                    </a:p>
                    <a:p>
                      <a:endParaRPr lang="en-IN" sz="1600" dirty="0"/>
                    </a:p>
                    <a:p>
                      <a:endParaRPr lang="en-IN" sz="1400" b="1" dirty="0"/>
                    </a:p>
                    <a:p>
                      <a:endParaRPr lang="en-IN" sz="1400" b="1" dirty="0"/>
                    </a:p>
                  </a:txBody>
                  <a:tcPr marL="91435" marR="91435" marT="45710" marB="4571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89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D1709-041F-25E5-F663-B1ED67ED6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Rectangle">
            <a:extLst>
              <a:ext uri="{FF2B5EF4-FFF2-40B4-BE49-F238E27FC236}">
                <a16:creationId xmlns:a16="http://schemas.microsoft.com/office/drawing/2014/main" id="{5BE36C8E-B016-29DD-8CF3-769A277B85D4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1048623" name="Rectangle">
            <a:extLst>
              <a:ext uri="{FF2B5EF4-FFF2-40B4-BE49-F238E27FC236}">
                <a16:creationId xmlns:a16="http://schemas.microsoft.com/office/drawing/2014/main" id="{D984BFE2-DEE9-32DC-320C-20BD91876810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91" name="Group 32">
            <a:extLst>
              <a:ext uri="{FF2B5EF4-FFF2-40B4-BE49-F238E27FC236}">
                <a16:creationId xmlns:a16="http://schemas.microsoft.com/office/drawing/2014/main" id="{EAEF8A80-7735-018B-014A-995630AAE0B7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1048624" name="Rectangle">
              <a:extLst>
                <a:ext uri="{FF2B5EF4-FFF2-40B4-BE49-F238E27FC236}">
                  <a16:creationId xmlns:a16="http://schemas.microsoft.com/office/drawing/2014/main" id="{654DBCA2-A157-3921-01D4-AF319685A48A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1048625" name="Rectangle">
              <a:extLst>
                <a:ext uri="{FF2B5EF4-FFF2-40B4-BE49-F238E27FC236}">
                  <a16:creationId xmlns:a16="http://schemas.microsoft.com/office/drawing/2014/main" id="{C9C4DE43-E651-1763-E787-D0ABEE4B7B97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097160" name="Image" descr="Image">
              <a:extLst>
                <a:ext uri="{FF2B5EF4-FFF2-40B4-BE49-F238E27FC236}">
                  <a16:creationId xmlns:a16="http://schemas.microsoft.com/office/drawing/2014/main" id="{78CC1F71-9CF1-08B4-D02F-5E73805CA7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6123E29D-E408-8370-8172-4CBFB2E96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9007" y="52388"/>
            <a:ext cx="5392765" cy="7078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sz="2000" b="1" u="sng" dirty="0">
              <a:latin typeface="Cambria" panose="020405030504060302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altLang="zh-CN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24B111-AC97-8F2F-1482-3A0A3710E2E9}"/>
              </a:ext>
            </a:extLst>
          </p:cNvPr>
          <p:cNvSpPr txBox="1"/>
          <p:nvPr/>
        </p:nvSpPr>
        <p:spPr>
          <a:xfrm>
            <a:off x="3032760" y="226785"/>
            <a:ext cx="610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EF3CB4-3325-D80A-618D-33CE5717662E}"/>
              </a:ext>
            </a:extLst>
          </p:cNvPr>
          <p:cNvSpPr txBox="1"/>
          <p:nvPr/>
        </p:nvSpPr>
        <p:spPr>
          <a:xfrm>
            <a:off x="3029674" y="1025846"/>
            <a:ext cx="610564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IN" altLang="en-US" b="1" dirty="0"/>
              <a:t>/*Program to convert lowercase characters in to upper case characters*/</a:t>
            </a:r>
          </a:p>
          <a:p>
            <a:pPr eaLnBrk="1" hangingPunct="1"/>
            <a:r>
              <a:rPr lang="en-IN" altLang="en-US" dirty="0"/>
              <a:t>#include&lt;stdio.h&gt; </a:t>
            </a:r>
          </a:p>
          <a:p>
            <a:pPr eaLnBrk="1" hangingPunct="1"/>
            <a:r>
              <a:rPr lang="en-IN" altLang="en-US" dirty="0"/>
              <a:t>main()</a:t>
            </a:r>
          </a:p>
          <a:p>
            <a:pPr eaLnBrk="1" hangingPunct="1"/>
            <a:r>
              <a:rPr lang="en-IN" altLang="en-US" dirty="0"/>
              <a:t> { </a:t>
            </a:r>
          </a:p>
          <a:p>
            <a:pPr eaLnBrk="1" hangingPunct="1"/>
            <a:r>
              <a:rPr lang="en-IN" altLang="en-US" dirty="0"/>
              <a:t>	char text[85];</a:t>
            </a:r>
          </a:p>
          <a:p>
            <a:pPr eaLnBrk="1" hangingPunct="1"/>
            <a:r>
              <a:rPr lang="en-IN" altLang="en-US" dirty="0"/>
              <a:t> 	int </a:t>
            </a:r>
            <a:r>
              <a:rPr lang="en-IN" altLang="en-US" dirty="0" err="1"/>
              <a:t>i</a:t>
            </a:r>
            <a:r>
              <a:rPr lang="en-IN" altLang="en-US" dirty="0"/>
              <a:t>=0;</a:t>
            </a:r>
          </a:p>
          <a:p>
            <a:pPr eaLnBrk="1" hangingPunct="1"/>
            <a:r>
              <a:rPr lang="en-IN" altLang="en-US" dirty="0"/>
              <a:t> 	</a:t>
            </a:r>
            <a:r>
              <a:rPr lang="en-IN" altLang="en-US" dirty="0" err="1"/>
              <a:t>printf</a:t>
            </a:r>
            <a:r>
              <a:rPr lang="en-IN" altLang="en-US" dirty="0"/>
              <a:t>(“Enter a line of text in lowercase:\t”); 	</a:t>
            </a:r>
            <a:r>
              <a:rPr lang="en-IN" altLang="en-US" dirty="0" err="1"/>
              <a:t>scanf</a:t>
            </a:r>
            <a:r>
              <a:rPr lang="en-IN" altLang="en-US" dirty="0"/>
              <a:t>(“%[^\n]”,text); </a:t>
            </a:r>
          </a:p>
          <a:p>
            <a:pPr eaLnBrk="1" hangingPunct="1"/>
            <a:r>
              <a:rPr lang="en-IN" altLang="en-US" dirty="0"/>
              <a:t>	</a:t>
            </a:r>
            <a:r>
              <a:rPr lang="en-IN" altLang="en-US" dirty="0" err="1"/>
              <a:t>printf</a:t>
            </a:r>
            <a:r>
              <a:rPr lang="en-IN" altLang="en-US" dirty="0"/>
              <a:t>(“%</a:t>
            </a:r>
            <a:r>
              <a:rPr lang="en-IN" altLang="en-US" dirty="0" err="1"/>
              <a:t>s”,text</a:t>
            </a:r>
            <a:r>
              <a:rPr lang="en-IN" altLang="en-US" dirty="0"/>
              <a:t>); </a:t>
            </a:r>
          </a:p>
          <a:p>
            <a:pPr eaLnBrk="1" hangingPunct="1"/>
            <a:r>
              <a:rPr lang="en-IN" altLang="en-US" dirty="0"/>
              <a:t>	</a:t>
            </a:r>
            <a:r>
              <a:rPr lang="en-IN" altLang="en-US" dirty="0" err="1"/>
              <a:t>printf</a:t>
            </a:r>
            <a:r>
              <a:rPr lang="en-IN" altLang="en-US" dirty="0"/>
              <a:t>(“\n Converted to uppercase text is :\t”); 	while(text[</a:t>
            </a:r>
            <a:r>
              <a:rPr lang="en-IN" altLang="en-US" dirty="0" err="1"/>
              <a:t>i</a:t>
            </a:r>
            <a:r>
              <a:rPr lang="en-IN" altLang="en-US" dirty="0"/>
              <a:t>]!=’0’)</a:t>
            </a:r>
          </a:p>
          <a:p>
            <a:pPr eaLnBrk="1" hangingPunct="1"/>
            <a:r>
              <a:rPr lang="en-IN" altLang="en-US" dirty="0"/>
              <a:t> 	{</a:t>
            </a:r>
          </a:p>
          <a:p>
            <a:pPr eaLnBrk="1" hangingPunct="1"/>
            <a:r>
              <a:rPr lang="en-IN" altLang="en-US" dirty="0"/>
              <a:t>		</a:t>
            </a:r>
            <a:r>
              <a:rPr lang="en-IN" altLang="en-US" dirty="0" err="1"/>
              <a:t>printf</a:t>
            </a:r>
            <a:r>
              <a:rPr lang="en-IN" altLang="en-US" dirty="0"/>
              <a:t>(“%c”, </a:t>
            </a:r>
            <a:r>
              <a:rPr lang="en-IN" altLang="en-US" dirty="0" err="1"/>
              <a:t>toupper</a:t>
            </a:r>
            <a:r>
              <a:rPr lang="en-IN" altLang="en-US" dirty="0"/>
              <a:t>(text[</a:t>
            </a:r>
            <a:r>
              <a:rPr lang="en-IN" altLang="en-US" dirty="0" err="1"/>
              <a:t>i</a:t>
            </a:r>
            <a:r>
              <a:rPr lang="en-IN" altLang="en-US" dirty="0"/>
              <a:t>])); </a:t>
            </a:r>
          </a:p>
          <a:p>
            <a:pPr eaLnBrk="1" hangingPunct="1"/>
            <a:r>
              <a:rPr lang="en-IN" altLang="en-US" dirty="0"/>
              <a:t>		</a:t>
            </a:r>
            <a:r>
              <a:rPr lang="en-IN" altLang="en-US" dirty="0" err="1"/>
              <a:t>i</a:t>
            </a:r>
            <a:r>
              <a:rPr lang="en-IN" altLang="en-US" dirty="0"/>
              <a:t>++; </a:t>
            </a:r>
          </a:p>
          <a:p>
            <a:pPr eaLnBrk="1" hangingPunct="1"/>
            <a:r>
              <a:rPr lang="en-IN" altLang="en-US" dirty="0"/>
              <a:t>	}</a:t>
            </a:r>
          </a:p>
          <a:p>
            <a:pPr eaLnBrk="1" hangingPunct="1"/>
            <a:r>
              <a:rPr lang="en-IN" altLang="en-US" dirty="0"/>
              <a:t> 	</a:t>
            </a:r>
            <a:r>
              <a:rPr lang="en-IN" altLang="en-US" dirty="0" err="1"/>
              <a:t>printf</a:t>
            </a:r>
            <a:r>
              <a:rPr lang="en-IN" altLang="en-US" dirty="0"/>
              <a:t>(“\n”); </a:t>
            </a:r>
          </a:p>
          <a:p>
            <a:pPr eaLnBrk="1" hangingPunct="1"/>
            <a:r>
              <a:rPr lang="en-IN" alt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145893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A1086-7909-8874-194E-171D61754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Rectangle">
            <a:extLst>
              <a:ext uri="{FF2B5EF4-FFF2-40B4-BE49-F238E27FC236}">
                <a16:creationId xmlns:a16="http://schemas.microsoft.com/office/drawing/2014/main" id="{76639980-A5D4-5E8C-4810-E666007B8B54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1048623" name="Rectangle">
            <a:extLst>
              <a:ext uri="{FF2B5EF4-FFF2-40B4-BE49-F238E27FC236}">
                <a16:creationId xmlns:a16="http://schemas.microsoft.com/office/drawing/2014/main" id="{1D226B9A-E34D-2BFC-D9BD-BBD51F975CED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91" name="Group 32">
            <a:extLst>
              <a:ext uri="{FF2B5EF4-FFF2-40B4-BE49-F238E27FC236}">
                <a16:creationId xmlns:a16="http://schemas.microsoft.com/office/drawing/2014/main" id="{E4CC9E8F-88DA-7EAE-A514-E9E7195C14E4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1048624" name="Rectangle">
              <a:extLst>
                <a:ext uri="{FF2B5EF4-FFF2-40B4-BE49-F238E27FC236}">
                  <a16:creationId xmlns:a16="http://schemas.microsoft.com/office/drawing/2014/main" id="{1947910B-6570-D484-A509-BAEFBEE2228A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1048625" name="Rectangle">
              <a:extLst>
                <a:ext uri="{FF2B5EF4-FFF2-40B4-BE49-F238E27FC236}">
                  <a16:creationId xmlns:a16="http://schemas.microsoft.com/office/drawing/2014/main" id="{3BDBB03A-53C5-8E1E-2E92-9CF8AA591144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097160" name="Image" descr="Image">
              <a:extLst>
                <a:ext uri="{FF2B5EF4-FFF2-40B4-BE49-F238E27FC236}">
                  <a16:creationId xmlns:a16="http://schemas.microsoft.com/office/drawing/2014/main" id="{55FA53E4-A605-6B67-EC82-8F068FC810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D17EB43E-12A1-5467-BAEF-F40E038DB4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9007" y="52388"/>
            <a:ext cx="5392765" cy="7078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sz="2000" b="1" u="sng" dirty="0">
              <a:latin typeface="Cambria" panose="020405030504060302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altLang="zh-CN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B22F15-515F-5B28-B273-1427A43A3AF5}"/>
              </a:ext>
            </a:extLst>
          </p:cNvPr>
          <p:cNvSpPr txBox="1"/>
          <p:nvPr/>
        </p:nvSpPr>
        <p:spPr>
          <a:xfrm>
            <a:off x="3032760" y="226785"/>
            <a:ext cx="610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D7828B-9563-B095-9097-49B7F0E02DCE}"/>
              </a:ext>
            </a:extLst>
          </p:cNvPr>
          <p:cNvSpPr txBox="1"/>
          <p:nvPr/>
        </p:nvSpPr>
        <p:spPr>
          <a:xfrm>
            <a:off x="2629666" y="-4600"/>
            <a:ext cx="68963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IN" altLang="en-US" b="1" dirty="0"/>
              <a:t>/* Write a program to find the number of vowels and </a:t>
            </a:r>
          </a:p>
          <a:p>
            <a:pPr eaLnBrk="1" hangingPunct="1"/>
            <a:r>
              <a:rPr lang="en-IN" altLang="en-US" b="1" dirty="0"/>
              <a:t>     consonants in a text string */ </a:t>
            </a:r>
          </a:p>
          <a:p>
            <a:pPr eaLnBrk="1" hangingPunct="1"/>
            <a:r>
              <a:rPr lang="en-IN" altLang="en-US" sz="1800" dirty="0">
                <a:latin typeface="Cambria" panose="02040503050406030204" pitchFamily="18" charset="0"/>
              </a:rPr>
              <a:t>#include &lt;</a:t>
            </a:r>
            <a:r>
              <a:rPr lang="en-IN" altLang="en-US" sz="1800" dirty="0" err="1">
                <a:latin typeface="Cambria" panose="02040503050406030204" pitchFamily="18" charset="0"/>
              </a:rPr>
              <a:t>stdio.h</a:t>
            </a:r>
            <a:r>
              <a:rPr lang="en-IN" altLang="en-US" sz="1800" dirty="0">
                <a:latin typeface="Cambria" panose="02040503050406030204" pitchFamily="18" charset="0"/>
              </a:rPr>
              <a:t>&gt;</a:t>
            </a:r>
          </a:p>
          <a:p>
            <a:pPr eaLnBrk="1" hangingPunct="1"/>
            <a:r>
              <a:rPr lang="en-IN" altLang="en-US" sz="1800" dirty="0">
                <a:latin typeface="Cambria" panose="02040503050406030204" pitchFamily="18" charset="0"/>
              </a:rPr>
              <a:t>#include&lt;string.h&gt;</a:t>
            </a:r>
          </a:p>
          <a:p>
            <a:pPr eaLnBrk="1" hangingPunct="1"/>
            <a:r>
              <a:rPr lang="en-IN" altLang="en-US" sz="1800" dirty="0">
                <a:latin typeface="Cambria" panose="02040503050406030204" pitchFamily="18" charset="0"/>
              </a:rPr>
              <a:t>void main()</a:t>
            </a:r>
          </a:p>
          <a:p>
            <a:pPr eaLnBrk="1" hangingPunct="1"/>
            <a:r>
              <a:rPr lang="en-IN" altLang="en-US" sz="1800" dirty="0">
                <a:latin typeface="Cambria" panose="02040503050406030204" pitchFamily="18" charset="0"/>
              </a:rPr>
              <a:t>{</a:t>
            </a:r>
          </a:p>
          <a:p>
            <a:pPr eaLnBrk="1" hangingPunct="1"/>
            <a:r>
              <a:rPr lang="en-IN" altLang="en-US" sz="1800" dirty="0">
                <a:latin typeface="Cambria" panose="02040503050406030204" pitchFamily="18" charset="0"/>
              </a:rPr>
              <a:t>char str[30];</a:t>
            </a:r>
          </a:p>
          <a:p>
            <a:pPr eaLnBrk="1" hangingPunct="1"/>
            <a:r>
              <a:rPr lang="en-IN" altLang="en-US" sz="1800" dirty="0">
                <a:latin typeface="Cambria" panose="02040503050406030204" pitchFamily="18" charset="0"/>
              </a:rPr>
              <a:t>int vow=0, cons=0,i=0;</a:t>
            </a:r>
          </a:p>
          <a:p>
            <a:pPr eaLnBrk="1" hangingPunct="1"/>
            <a:r>
              <a:rPr lang="en-IN" altLang="en-US" sz="1800" dirty="0" err="1">
                <a:latin typeface="Cambria" panose="02040503050406030204" pitchFamily="18" charset="0"/>
              </a:rPr>
              <a:t>printf</a:t>
            </a:r>
            <a:r>
              <a:rPr lang="en-IN" altLang="en-US" sz="1800" dirty="0">
                <a:latin typeface="Cambria" panose="02040503050406030204" pitchFamily="18" charset="0"/>
              </a:rPr>
              <a:t>(“ Enter a string :”);</a:t>
            </a:r>
          </a:p>
          <a:p>
            <a:pPr eaLnBrk="1" hangingPunct="1"/>
            <a:r>
              <a:rPr lang="en-IN" altLang="en-US" sz="1800" dirty="0">
                <a:latin typeface="Cambria" panose="02040503050406030204" pitchFamily="18" charset="0"/>
              </a:rPr>
              <a:t>gets(str);</a:t>
            </a:r>
          </a:p>
          <a:p>
            <a:pPr eaLnBrk="1" hangingPunct="1"/>
            <a:r>
              <a:rPr lang="en-IN" altLang="en-US" sz="1800" dirty="0">
                <a:latin typeface="Cambria" panose="02040503050406030204" pitchFamily="18" charset="0"/>
              </a:rPr>
              <a:t>while(str[</a:t>
            </a:r>
            <a:r>
              <a:rPr lang="en-IN" altLang="en-US" sz="1800" dirty="0" err="1">
                <a:latin typeface="Cambria" panose="02040503050406030204" pitchFamily="18" charset="0"/>
              </a:rPr>
              <a:t>i</a:t>
            </a:r>
            <a:r>
              <a:rPr lang="en-IN" altLang="en-US" sz="1800" dirty="0">
                <a:latin typeface="Cambria" panose="02040503050406030204" pitchFamily="18" charset="0"/>
              </a:rPr>
              <a:t>]!=‘\0’)</a:t>
            </a:r>
          </a:p>
          <a:p>
            <a:pPr eaLnBrk="1" hangingPunct="1"/>
            <a:r>
              <a:rPr lang="en-IN" altLang="en-US" sz="1800" dirty="0">
                <a:latin typeface="Cambria" panose="02040503050406030204" pitchFamily="18" charset="0"/>
              </a:rPr>
              <a:t>{</a:t>
            </a:r>
          </a:p>
          <a:p>
            <a:pPr eaLnBrk="1" hangingPunct="1"/>
            <a:r>
              <a:rPr lang="en-IN" altLang="en-US" sz="1800" dirty="0">
                <a:latin typeface="Cambria" panose="02040503050406030204" pitchFamily="18" charset="0"/>
              </a:rPr>
              <a:t>if(str[</a:t>
            </a:r>
            <a:r>
              <a:rPr lang="en-IN" altLang="en-US" sz="1800" dirty="0" err="1">
                <a:latin typeface="Cambria" panose="02040503050406030204" pitchFamily="18" charset="0"/>
              </a:rPr>
              <a:t>i</a:t>
            </a:r>
            <a:r>
              <a:rPr lang="en-IN" altLang="en-US" sz="1800" dirty="0">
                <a:latin typeface="Cambria" panose="02040503050406030204" pitchFamily="18" charset="0"/>
              </a:rPr>
              <a:t>]==‘a’ || str[</a:t>
            </a:r>
            <a:r>
              <a:rPr lang="en-IN" altLang="en-US" sz="1800" dirty="0" err="1">
                <a:latin typeface="Cambria" panose="02040503050406030204" pitchFamily="18" charset="0"/>
              </a:rPr>
              <a:t>i</a:t>
            </a:r>
            <a:r>
              <a:rPr lang="en-IN" altLang="en-US" sz="1800" dirty="0">
                <a:latin typeface="Cambria" panose="02040503050406030204" pitchFamily="18" charset="0"/>
              </a:rPr>
              <a:t>]==‘A’ || str[</a:t>
            </a:r>
            <a:r>
              <a:rPr lang="en-IN" altLang="en-US" sz="1800" dirty="0" err="1">
                <a:latin typeface="Cambria" panose="02040503050406030204" pitchFamily="18" charset="0"/>
              </a:rPr>
              <a:t>i</a:t>
            </a:r>
            <a:r>
              <a:rPr lang="en-IN" altLang="en-US" sz="1800" dirty="0">
                <a:latin typeface="Cambria" panose="02040503050406030204" pitchFamily="18" charset="0"/>
              </a:rPr>
              <a:t>]==‘e’ || str[</a:t>
            </a:r>
            <a:r>
              <a:rPr lang="en-IN" altLang="en-US" sz="1800" dirty="0" err="1">
                <a:latin typeface="Cambria" panose="02040503050406030204" pitchFamily="18" charset="0"/>
              </a:rPr>
              <a:t>i</a:t>
            </a:r>
            <a:r>
              <a:rPr lang="en-IN" altLang="en-US" sz="1800" dirty="0">
                <a:latin typeface="Cambria" panose="02040503050406030204" pitchFamily="18" charset="0"/>
              </a:rPr>
              <a:t>]==‘E’ ||</a:t>
            </a:r>
          </a:p>
          <a:p>
            <a:pPr eaLnBrk="1" hangingPunct="1"/>
            <a:r>
              <a:rPr lang="en-IN" altLang="en-US" sz="1800" dirty="0">
                <a:latin typeface="Cambria" panose="02040503050406030204" pitchFamily="18" charset="0"/>
              </a:rPr>
              <a:t>    str[</a:t>
            </a:r>
            <a:r>
              <a:rPr lang="en-IN" altLang="en-US" sz="1800" dirty="0" err="1">
                <a:latin typeface="Cambria" panose="02040503050406030204" pitchFamily="18" charset="0"/>
              </a:rPr>
              <a:t>i</a:t>
            </a:r>
            <a:r>
              <a:rPr lang="en-IN" altLang="en-US" sz="1800" dirty="0">
                <a:latin typeface="Cambria" panose="02040503050406030204" pitchFamily="18" charset="0"/>
              </a:rPr>
              <a:t>]==‘</a:t>
            </a:r>
            <a:r>
              <a:rPr lang="en-IN" altLang="en-US" sz="1800" dirty="0" err="1">
                <a:latin typeface="Cambria" panose="02040503050406030204" pitchFamily="18" charset="0"/>
              </a:rPr>
              <a:t>i</a:t>
            </a:r>
            <a:r>
              <a:rPr lang="en-IN" altLang="en-US" sz="1800" dirty="0">
                <a:latin typeface="Cambria" panose="02040503050406030204" pitchFamily="18" charset="0"/>
              </a:rPr>
              <a:t>’ || str[</a:t>
            </a:r>
            <a:r>
              <a:rPr lang="en-IN" altLang="en-US" sz="1800" dirty="0" err="1">
                <a:latin typeface="Cambria" panose="02040503050406030204" pitchFamily="18" charset="0"/>
              </a:rPr>
              <a:t>i</a:t>
            </a:r>
            <a:r>
              <a:rPr lang="en-IN" altLang="en-US" sz="1800" dirty="0">
                <a:latin typeface="Cambria" panose="02040503050406030204" pitchFamily="18" charset="0"/>
              </a:rPr>
              <a:t>]== ‘I’ || str[</a:t>
            </a:r>
            <a:r>
              <a:rPr lang="en-IN" altLang="en-US" sz="1800" dirty="0" err="1">
                <a:latin typeface="Cambria" panose="02040503050406030204" pitchFamily="18" charset="0"/>
              </a:rPr>
              <a:t>i</a:t>
            </a:r>
            <a:r>
              <a:rPr lang="en-IN" altLang="en-US" sz="1800" dirty="0">
                <a:latin typeface="Cambria" panose="02040503050406030204" pitchFamily="18" charset="0"/>
              </a:rPr>
              <a:t>]==‘o’ ||  str[</a:t>
            </a:r>
            <a:r>
              <a:rPr lang="en-IN" altLang="en-US" sz="1800" dirty="0" err="1">
                <a:latin typeface="Cambria" panose="02040503050406030204" pitchFamily="18" charset="0"/>
              </a:rPr>
              <a:t>i</a:t>
            </a:r>
            <a:r>
              <a:rPr lang="en-IN" altLang="en-US" sz="1800" dirty="0">
                <a:latin typeface="Cambria" panose="02040503050406030204" pitchFamily="18" charset="0"/>
              </a:rPr>
              <a:t>]==‘O’ ||</a:t>
            </a:r>
          </a:p>
          <a:p>
            <a:pPr eaLnBrk="1" hangingPunct="1"/>
            <a:r>
              <a:rPr lang="en-IN" altLang="en-US" sz="1800" dirty="0">
                <a:latin typeface="Cambria" panose="02040503050406030204" pitchFamily="18" charset="0"/>
              </a:rPr>
              <a:t>    str[</a:t>
            </a:r>
            <a:r>
              <a:rPr lang="en-IN" altLang="en-US" sz="1800" dirty="0" err="1">
                <a:latin typeface="Cambria" panose="02040503050406030204" pitchFamily="18" charset="0"/>
              </a:rPr>
              <a:t>i</a:t>
            </a:r>
            <a:r>
              <a:rPr lang="en-IN" altLang="en-US" sz="1800" dirty="0">
                <a:latin typeface="Cambria" panose="02040503050406030204" pitchFamily="18" charset="0"/>
              </a:rPr>
              <a:t>]==‘u’ || str[</a:t>
            </a:r>
            <a:r>
              <a:rPr lang="en-IN" altLang="en-US" sz="1800" dirty="0" err="1">
                <a:latin typeface="Cambria" panose="02040503050406030204" pitchFamily="18" charset="0"/>
              </a:rPr>
              <a:t>i</a:t>
            </a:r>
            <a:r>
              <a:rPr lang="en-IN" altLang="en-US" sz="1800" dirty="0">
                <a:latin typeface="Cambria" panose="02040503050406030204" pitchFamily="18" charset="0"/>
              </a:rPr>
              <a:t>]== ‘U’)</a:t>
            </a:r>
          </a:p>
          <a:p>
            <a:pPr eaLnBrk="1" hangingPunct="1"/>
            <a:r>
              <a:rPr lang="en-IN" altLang="en-US" sz="1800" dirty="0">
                <a:latin typeface="Cambria" panose="02040503050406030204" pitchFamily="18" charset="0"/>
              </a:rPr>
              <a:t>       vow++;</a:t>
            </a:r>
          </a:p>
          <a:p>
            <a:pPr eaLnBrk="1" hangingPunct="1"/>
            <a:r>
              <a:rPr lang="en-IN" altLang="en-US" sz="1800" dirty="0">
                <a:latin typeface="Cambria" panose="02040503050406030204" pitchFamily="18" charset="0"/>
              </a:rPr>
              <a:t>else</a:t>
            </a:r>
          </a:p>
          <a:p>
            <a:pPr eaLnBrk="1" hangingPunct="1"/>
            <a:r>
              <a:rPr lang="en-IN" altLang="en-US" sz="1800" dirty="0">
                <a:latin typeface="Cambria" panose="02040503050406030204" pitchFamily="18" charset="0"/>
              </a:rPr>
              <a:t>       cons++;</a:t>
            </a:r>
          </a:p>
          <a:p>
            <a:pPr eaLnBrk="1" hangingPunct="1"/>
            <a:r>
              <a:rPr lang="en-IN" altLang="en-US" sz="1800" dirty="0" err="1">
                <a:latin typeface="Cambria" panose="02040503050406030204" pitchFamily="18" charset="0"/>
              </a:rPr>
              <a:t>i</a:t>
            </a:r>
            <a:r>
              <a:rPr lang="en-IN" altLang="en-US" sz="1800" dirty="0">
                <a:latin typeface="Cambria" panose="02040503050406030204" pitchFamily="18" charset="0"/>
              </a:rPr>
              <a:t>++;</a:t>
            </a:r>
          </a:p>
          <a:p>
            <a:pPr eaLnBrk="1" hangingPunct="1"/>
            <a:r>
              <a:rPr lang="en-IN" altLang="en-US" sz="1800" dirty="0">
                <a:latin typeface="Cambria" panose="02040503050406030204" pitchFamily="18" charset="0"/>
              </a:rPr>
              <a:t>}</a:t>
            </a:r>
          </a:p>
          <a:p>
            <a:pPr eaLnBrk="1" hangingPunct="1"/>
            <a:r>
              <a:rPr lang="en-IN" altLang="en-US" sz="1800" dirty="0" err="1">
                <a:latin typeface="Cambria" panose="02040503050406030204" pitchFamily="18" charset="0"/>
              </a:rPr>
              <a:t>printf</a:t>
            </a:r>
            <a:r>
              <a:rPr lang="en-IN" altLang="en-US" sz="1800" dirty="0">
                <a:latin typeface="Cambria" panose="02040503050406030204" pitchFamily="18" charset="0"/>
              </a:rPr>
              <a:t>(“\n Number of vowels=%</a:t>
            </a:r>
            <a:r>
              <a:rPr lang="en-IN" altLang="en-US" sz="1800" dirty="0" err="1">
                <a:latin typeface="Cambria" panose="02040503050406030204" pitchFamily="18" charset="0"/>
              </a:rPr>
              <a:t>d”,vow</a:t>
            </a:r>
            <a:r>
              <a:rPr lang="en-IN" altLang="en-US" sz="1800" dirty="0">
                <a:latin typeface="Cambria" panose="02040503050406030204" pitchFamily="18" charset="0"/>
              </a:rPr>
              <a:t>);</a:t>
            </a:r>
          </a:p>
          <a:p>
            <a:pPr eaLnBrk="1" hangingPunct="1"/>
            <a:r>
              <a:rPr lang="en-IN" altLang="en-US" sz="1800" dirty="0" err="1">
                <a:latin typeface="Cambria" panose="02040503050406030204" pitchFamily="18" charset="0"/>
              </a:rPr>
              <a:t>Printf</a:t>
            </a:r>
            <a:r>
              <a:rPr lang="en-IN" altLang="en-US" sz="1800" dirty="0">
                <a:latin typeface="Cambria" panose="02040503050406030204" pitchFamily="18" charset="0"/>
              </a:rPr>
              <a:t>(“\n Number of consonants=%</a:t>
            </a:r>
            <a:r>
              <a:rPr lang="en-IN" altLang="en-US" sz="1800" dirty="0" err="1">
                <a:latin typeface="Cambria" panose="02040503050406030204" pitchFamily="18" charset="0"/>
              </a:rPr>
              <a:t>d”,cons</a:t>
            </a:r>
            <a:r>
              <a:rPr lang="en-IN" altLang="en-US" sz="1800" dirty="0">
                <a:latin typeface="Cambria" panose="02040503050406030204" pitchFamily="18" charset="0"/>
              </a:rPr>
              <a:t>);</a:t>
            </a:r>
          </a:p>
          <a:p>
            <a:pPr eaLnBrk="1" hangingPunct="1"/>
            <a:r>
              <a:rPr lang="en-IN" altLang="en-US" sz="1800" dirty="0" err="1">
                <a:latin typeface="Cambria" panose="02040503050406030204" pitchFamily="18" charset="0"/>
              </a:rPr>
              <a:t>getch</a:t>
            </a:r>
            <a:r>
              <a:rPr lang="en-IN" altLang="en-US" sz="1800" dirty="0">
                <a:latin typeface="Cambria" panose="02040503050406030204" pitchFamily="18" charset="0"/>
              </a:rPr>
              <a:t>();</a:t>
            </a:r>
          </a:p>
          <a:p>
            <a:pPr eaLnBrk="1" hangingPunct="1"/>
            <a:r>
              <a:rPr lang="en-IN" altLang="en-US" sz="1800" dirty="0">
                <a:latin typeface="Cambria" panose="020405030504060302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8504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B4221-AD03-1F5E-0199-48EB68AB9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Rectangle">
            <a:extLst>
              <a:ext uri="{FF2B5EF4-FFF2-40B4-BE49-F238E27FC236}">
                <a16:creationId xmlns:a16="http://schemas.microsoft.com/office/drawing/2014/main" id="{ECA0AE61-9A2A-4383-4B2F-77DEF2B971DF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1048623" name="Rectangle">
            <a:extLst>
              <a:ext uri="{FF2B5EF4-FFF2-40B4-BE49-F238E27FC236}">
                <a16:creationId xmlns:a16="http://schemas.microsoft.com/office/drawing/2014/main" id="{10914479-EB5D-6CD7-0501-2023CE02046F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91" name="Group 32">
            <a:extLst>
              <a:ext uri="{FF2B5EF4-FFF2-40B4-BE49-F238E27FC236}">
                <a16:creationId xmlns:a16="http://schemas.microsoft.com/office/drawing/2014/main" id="{42468165-550A-556E-CEF4-954C5FDBF530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1048624" name="Rectangle">
              <a:extLst>
                <a:ext uri="{FF2B5EF4-FFF2-40B4-BE49-F238E27FC236}">
                  <a16:creationId xmlns:a16="http://schemas.microsoft.com/office/drawing/2014/main" id="{9B58097D-3267-3C56-1BE3-4B4B46F48B20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1048625" name="Rectangle">
              <a:extLst>
                <a:ext uri="{FF2B5EF4-FFF2-40B4-BE49-F238E27FC236}">
                  <a16:creationId xmlns:a16="http://schemas.microsoft.com/office/drawing/2014/main" id="{B1D5116F-9BFF-EE0C-326E-5448AD0F4924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097160" name="Image" descr="Image">
              <a:extLst>
                <a:ext uri="{FF2B5EF4-FFF2-40B4-BE49-F238E27FC236}">
                  <a16:creationId xmlns:a16="http://schemas.microsoft.com/office/drawing/2014/main" id="{10306CF1-1DED-978F-95D3-38BA86A7B9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A81C7B4B-2C92-5268-5466-A082789906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9007" y="52388"/>
            <a:ext cx="5392765" cy="7078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sz="2000" b="1" u="sng" dirty="0">
              <a:latin typeface="Cambria" panose="020405030504060302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altLang="zh-CN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6074CF-234C-E6D4-6CE6-40242312ABB4}"/>
              </a:ext>
            </a:extLst>
          </p:cNvPr>
          <p:cNvSpPr txBox="1"/>
          <p:nvPr/>
        </p:nvSpPr>
        <p:spPr>
          <a:xfrm>
            <a:off x="3032760" y="226785"/>
            <a:ext cx="610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567A4D-E2FE-E5B5-CBE7-3C088C84A5BD}"/>
              </a:ext>
            </a:extLst>
          </p:cNvPr>
          <p:cNvSpPr txBox="1"/>
          <p:nvPr/>
        </p:nvSpPr>
        <p:spPr>
          <a:xfrm>
            <a:off x="2629665" y="56349"/>
            <a:ext cx="7185667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IN" altLang="en-US" b="1" dirty="0"/>
              <a:t>/*Program to sort strings in alphabetical order */</a:t>
            </a:r>
          </a:p>
          <a:p>
            <a:pPr eaLnBrk="1" hangingPunct="1"/>
            <a:r>
              <a:rPr lang="en-IN" altLang="en-US" dirty="0"/>
              <a:t>#define ITEMS 10 </a:t>
            </a:r>
          </a:p>
          <a:p>
            <a:pPr eaLnBrk="1" hangingPunct="1"/>
            <a:r>
              <a:rPr lang="en-IN" altLang="en-US" dirty="0"/>
              <a:t>#define MAX 25 </a:t>
            </a:r>
          </a:p>
          <a:p>
            <a:pPr eaLnBrk="1" hangingPunct="1"/>
            <a:r>
              <a:rPr lang="en-IN" altLang="en-US" dirty="0"/>
              <a:t>main() </a:t>
            </a:r>
          </a:p>
          <a:p>
            <a:pPr eaLnBrk="1" hangingPunct="1"/>
            <a:r>
              <a:rPr lang="en-IN" altLang="en-US" dirty="0"/>
              <a:t>{</a:t>
            </a:r>
          </a:p>
          <a:p>
            <a:pPr eaLnBrk="1" hangingPunct="1"/>
            <a:r>
              <a:rPr lang="en-IN" altLang="en-US" dirty="0"/>
              <a:t>                 char str [ITEMS][MAX], </a:t>
            </a:r>
            <a:r>
              <a:rPr lang="en-IN" altLang="en-US" dirty="0" err="1"/>
              <a:t>dum</a:t>
            </a:r>
            <a:r>
              <a:rPr lang="en-IN" altLang="en-US" dirty="0"/>
              <a:t>[MAX];   int </a:t>
            </a:r>
            <a:r>
              <a:rPr lang="en-IN" altLang="en-US" dirty="0" err="1"/>
              <a:t>i</a:t>
            </a:r>
            <a:r>
              <a:rPr lang="en-IN" altLang="en-US" dirty="0"/>
              <a:t>=0;j=0; </a:t>
            </a:r>
          </a:p>
          <a:p>
            <a:pPr eaLnBrk="1" hangingPunct="1"/>
            <a:r>
              <a:rPr lang="en-IN" altLang="en-US" dirty="0"/>
              <a:t>                 </a:t>
            </a:r>
            <a:r>
              <a:rPr lang="en-IN" altLang="en-US" dirty="0" err="1"/>
              <a:t>printf</a:t>
            </a:r>
            <a:r>
              <a:rPr lang="en-IN" altLang="en-US" dirty="0"/>
              <a:t>(“Enter names of %d items \n”, ITEMS);    	</a:t>
            </a:r>
          </a:p>
          <a:p>
            <a:pPr eaLnBrk="1" hangingPunct="1"/>
            <a:r>
              <a:rPr lang="en-IN" altLang="en-US" dirty="0"/>
              <a:t>                 while(</a:t>
            </a:r>
            <a:r>
              <a:rPr lang="en-IN" altLang="en-US" dirty="0" err="1"/>
              <a:t>i</a:t>
            </a:r>
            <a:r>
              <a:rPr lang="en-IN" altLang="en-US" dirty="0"/>
              <a:t>&lt;ITEMS) </a:t>
            </a:r>
          </a:p>
          <a:p>
            <a:pPr eaLnBrk="1" hangingPunct="1"/>
            <a:r>
              <a:rPr lang="en-IN" altLang="en-US" dirty="0"/>
              <a:t>                 </a:t>
            </a:r>
            <a:r>
              <a:rPr lang="en-IN" altLang="en-US" dirty="0" err="1"/>
              <a:t>scanf</a:t>
            </a:r>
            <a:r>
              <a:rPr lang="en-IN" altLang="en-US" dirty="0"/>
              <a:t>(“%s”, str[</a:t>
            </a:r>
            <a:r>
              <a:rPr lang="en-IN" altLang="en-US" dirty="0" err="1"/>
              <a:t>i</a:t>
            </a:r>
            <a:r>
              <a:rPr lang="en-IN" altLang="en-US" dirty="0"/>
              <a:t>++]); </a:t>
            </a:r>
          </a:p>
          <a:p>
            <a:pPr eaLnBrk="1" hangingPunct="1"/>
            <a:r>
              <a:rPr lang="en-IN" altLang="en-US" dirty="0"/>
              <a:t>                 for(</a:t>
            </a:r>
            <a:r>
              <a:rPr lang="en-IN" altLang="en-US" dirty="0" err="1"/>
              <a:t>i</a:t>
            </a:r>
            <a:r>
              <a:rPr lang="en-IN" altLang="en-US" dirty="0"/>
              <a:t>=1;i&lt;</a:t>
            </a:r>
            <a:r>
              <a:rPr lang="en-IN" altLang="en-US" dirty="0" err="1"/>
              <a:t>ITEMS;i</a:t>
            </a:r>
            <a:r>
              <a:rPr lang="en-IN" altLang="en-US" dirty="0"/>
              <a:t>++)</a:t>
            </a:r>
          </a:p>
          <a:p>
            <a:pPr eaLnBrk="1" hangingPunct="1"/>
            <a:r>
              <a:rPr lang="en-IN" altLang="en-US" dirty="0"/>
              <a:t>                {</a:t>
            </a:r>
          </a:p>
          <a:p>
            <a:pPr eaLnBrk="1" hangingPunct="1"/>
            <a:r>
              <a:rPr lang="en-IN" altLang="en-US" dirty="0"/>
              <a:t>                    for(j=1;j&lt;=</a:t>
            </a:r>
            <a:r>
              <a:rPr lang="en-IN" altLang="en-US" dirty="0" err="1"/>
              <a:t>ITEMS-i;j</a:t>
            </a:r>
            <a:r>
              <a:rPr lang="en-IN" altLang="en-US" dirty="0"/>
              <a:t>++) </a:t>
            </a:r>
          </a:p>
          <a:p>
            <a:pPr eaLnBrk="1" hangingPunct="1"/>
            <a:r>
              <a:rPr lang="en-IN" altLang="en-US" dirty="0"/>
              <a:t>                    { </a:t>
            </a:r>
          </a:p>
          <a:p>
            <a:pPr eaLnBrk="1" hangingPunct="1"/>
            <a:r>
              <a:rPr lang="en-IN" altLang="en-US" dirty="0"/>
              <a:t>                      if(</a:t>
            </a:r>
            <a:r>
              <a:rPr lang="en-IN" altLang="en-US" dirty="0" err="1"/>
              <a:t>strcmp</a:t>
            </a:r>
            <a:r>
              <a:rPr lang="en-IN" altLang="en-US" dirty="0"/>
              <a:t>(string[j-1],string[j])&gt;0) </a:t>
            </a:r>
          </a:p>
          <a:p>
            <a:pPr eaLnBrk="1" hangingPunct="1"/>
            <a:r>
              <a:rPr lang="en-IN" altLang="en-US" dirty="0"/>
              <a:t>                              {</a:t>
            </a:r>
          </a:p>
          <a:p>
            <a:pPr eaLnBrk="1" hangingPunct="1"/>
            <a:r>
              <a:rPr lang="en-IN" altLang="en-US" dirty="0"/>
              <a:t>                               </a:t>
            </a:r>
            <a:r>
              <a:rPr lang="en-IN" altLang="en-US" dirty="0" err="1"/>
              <a:t>strcpy</a:t>
            </a:r>
            <a:r>
              <a:rPr lang="en-IN" altLang="en-US" dirty="0"/>
              <a:t>(</a:t>
            </a:r>
            <a:r>
              <a:rPr lang="en-IN" altLang="en-US" dirty="0" err="1"/>
              <a:t>dummy,string</a:t>
            </a:r>
            <a:r>
              <a:rPr lang="en-IN" altLang="en-US" dirty="0"/>
              <a:t>[j-1]); </a:t>
            </a:r>
          </a:p>
          <a:p>
            <a:pPr eaLnBrk="1" hangingPunct="1"/>
            <a:r>
              <a:rPr lang="en-IN" altLang="en-US" dirty="0"/>
              <a:t>                               </a:t>
            </a:r>
            <a:r>
              <a:rPr lang="en-IN" altLang="en-US" dirty="0" err="1"/>
              <a:t>strcpy</a:t>
            </a:r>
            <a:r>
              <a:rPr lang="en-IN" altLang="en-US" dirty="0"/>
              <a:t>(str[j-1],str[j]); </a:t>
            </a:r>
          </a:p>
          <a:p>
            <a:pPr eaLnBrk="1" hangingPunct="1"/>
            <a:r>
              <a:rPr lang="en-IN" altLang="en-US" dirty="0"/>
              <a:t>                               </a:t>
            </a:r>
            <a:r>
              <a:rPr lang="en-IN" altLang="en-US" dirty="0" err="1"/>
              <a:t>strcpy</a:t>
            </a:r>
            <a:r>
              <a:rPr lang="en-IN" altLang="en-US" dirty="0"/>
              <a:t>(str[j],dummy); </a:t>
            </a:r>
          </a:p>
          <a:p>
            <a:pPr eaLnBrk="1" hangingPunct="1"/>
            <a:r>
              <a:rPr lang="en-IN" altLang="en-US" dirty="0"/>
              <a:t>                               }    </a:t>
            </a:r>
          </a:p>
          <a:p>
            <a:pPr eaLnBrk="1" hangingPunct="1"/>
            <a:r>
              <a:rPr lang="en-IN" altLang="en-US" dirty="0"/>
              <a:t>                   }  </a:t>
            </a:r>
          </a:p>
          <a:p>
            <a:pPr eaLnBrk="1" hangingPunct="1"/>
            <a:r>
              <a:rPr lang="en-IN" altLang="en-US" dirty="0"/>
              <a:t>              }</a:t>
            </a:r>
          </a:p>
          <a:p>
            <a:pPr eaLnBrk="1" hangingPunct="1"/>
            <a:r>
              <a:rPr lang="en-IN" altLang="en-US" dirty="0"/>
              <a:t>for(</a:t>
            </a:r>
            <a:r>
              <a:rPr lang="en-IN" altLang="en-US" dirty="0" err="1"/>
              <a:t>i</a:t>
            </a:r>
            <a:r>
              <a:rPr lang="en-IN" altLang="en-US" dirty="0"/>
              <a:t>=0;i&lt;</a:t>
            </a:r>
            <a:r>
              <a:rPr lang="en-IN" altLang="en-US" dirty="0" err="1"/>
              <a:t>ITEMS;i</a:t>
            </a:r>
            <a:r>
              <a:rPr lang="en-IN" altLang="en-US" dirty="0"/>
              <a:t>++) </a:t>
            </a:r>
          </a:p>
          <a:p>
            <a:pPr eaLnBrk="1" hangingPunct="1"/>
            <a:r>
              <a:rPr lang="en-IN" altLang="en-US" dirty="0" err="1"/>
              <a:t>printf</a:t>
            </a:r>
            <a:r>
              <a:rPr lang="en-IN" altLang="en-US" dirty="0"/>
              <a:t>(“%s”, str[</a:t>
            </a:r>
            <a:r>
              <a:rPr lang="en-IN" altLang="en-US" dirty="0" err="1"/>
              <a:t>i</a:t>
            </a:r>
            <a:r>
              <a:rPr lang="en-IN" altLang="en-US" dirty="0"/>
              <a:t>]); </a:t>
            </a:r>
          </a:p>
          <a:p>
            <a:pPr eaLnBrk="1" hangingPunct="1"/>
            <a:r>
              <a:rPr lang="en-IN" altLang="en-US" dirty="0"/>
              <a:t>}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9857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E4721-DD99-0DC6-9C35-1DFFE9A52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Rectangle">
            <a:extLst>
              <a:ext uri="{FF2B5EF4-FFF2-40B4-BE49-F238E27FC236}">
                <a16:creationId xmlns:a16="http://schemas.microsoft.com/office/drawing/2014/main" id="{0A8F6F6A-312E-1A8D-6908-84147F6005EC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1048623" name="Rectangle">
            <a:extLst>
              <a:ext uri="{FF2B5EF4-FFF2-40B4-BE49-F238E27FC236}">
                <a16:creationId xmlns:a16="http://schemas.microsoft.com/office/drawing/2014/main" id="{1D6BF0EB-584C-90B5-31EF-46A977CB94F6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91" name="Group 32">
            <a:extLst>
              <a:ext uri="{FF2B5EF4-FFF2-40B4-BE49-F238E27FC236}">
                <a16:creationId xmlns:a16="http://schemas.microsoft.com/office/drawing/2014/main" id="{4BF77064-5C8E-57ED-ECF4-283A07BC2530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1048624" name="Rectangle">
              <a:extLst>
                <a:ext uri="{FF2B5EF4-FFF2-40B4-BE49-F238E27FC236}">
                  <a16:creationId xmlns:a16="http://schemas.microsoft.com/office/drawing/2014/main" id="{F8B64E88-1238-3165-A736-25376F72E1EC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1048625" name="Rectangle">
              <a:extLst>
                <a:ext uri="{FF2B5EF4-FFF2-40B4-BE49-F238E27FC236}">
                  <a16:creationId xmlns:a16="http://schemas.microsoft.com/office/drawing/2014/main" id="{E3F7B78B-5E7D-48FB-F9C5-BFA53A6C47BB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097160" name="Image" descr="Image">
              <a:extLst>
                <a:ext uri="{FF2B5EF4-FFF2-40B4-BE49-F238E27FC236}">
                  <a16:creationId xmlns:a16="http://schemas.microsoft.com/office/drawing/2014/main" id="{EB402F6A-C7C0-8685-D6C6-AF67D35BB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EBD9DA88-A377-892A-B793-39E2A25F46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9007" y="52388"/>
            <a:ext cx="5392765" cy="7078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sz="2000" b="1" u="sng" dirty="0">
              <a:latin typeface="Cambria" panose="020405030504060302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altLang="zh-CN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2FA04C-942D-E313-B2D6-C4F99DC86560}"/>
              </a:ext>
            </a:extLst>
          </p:cNvPr>
          <p:cNvSpPr txBox="1"/>
          <p:nvPr/>
        </p:nvSpPr>
        <p:spPr>
          <a:xfrm>
            <a:off x="3032760" y="226785"/>
            <a:ext cx="610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F75B08-2414-AEFD-2902-916924316716}"/>
              </a:ext>
            </a:extLst>
          </p:cNvPr>
          <p:cNvSpPr txBox="1"/>
          <p:nvPr/>
        </p:nvSpPr>
        <p:spPr>
          <a:xfrm>
            <a:off x="3029674" y="56349"/>
            <a:ext cx="610564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IN" altLang="en-US" b="1" dirty="0"/>
              <a:t>/*Program to show string handling functions */</a:t>
            </a:r>
          </a:p>
          <a:p>
            <a:pPr eaLnBrk="1" hangingPunct="1"/>
            <a:r>
              <a:rPr lang="en-IN" altLang="en-US" sz="1800" dirty="0"/>
              <a:t>#include&lt;string.h&gt;</a:t>
            </a:r>
          </a:p>
          <a:p>
            <a:pPr eaLnBrk="1" hangingPunct="1"/>
            <a:r>
              <a:rPr lang="en-IN" altLang="en-US" sz="1800" dirty="0"/>
              <a:t> main()</a:t>
            </a:r>
          </a:p>
          <a:p>
            <a:pPr eaLnBrk="1" hangingPunct="1"/>
            <a:r>
              <a:rPr lang="en-IN" altLang="en-US" sz="1800" dirty="0"/>
              <a:t> { </a:t>
            </a:r>
          </a:p>
          <a:p>
            <a:pPr eaLnBrk="1" hangingPunct="1"/>
            <a:r>
              <a:rPr lang="en-IN" altLang="en-US" sz="1800" dirty="0"/>
              <a:t>	char s1[20],s2[20],s3[20]; </a:t>
            </a:r>
          </a:p>
          <a:p>
            <a:pPr eaLnBrk="1" hangingPunct="1"/>
            <a:r>
              <a:rPr lang="en-IN" altLang="en-US" sz="1800" dirty="0"/>
              <a:t>	int y,len1,len2,len3; </a:t>
            </a:r>
          </a:p>
          <a:p>
            <a:pPr eaLnBrk="1" hangingPunct="1"/>
            <a:r>
              <a:rPr lang="en-IN" altLang="en-US" sz="1800" dirty="0"/>
              <a:t>	</a:t>
            </a:r>
            <a:r>
              <a:rPr lang="en-IN" altLang="en-US" sz="1800" dirty="0" err="1"/>
              <a:t>printf</a:t>
            </a:r>
            <a:r>
              <a:rPr lang="en-IN" altLang="en-US" sz="1800" dirty="0"/>
              <a:t>(“\n Enter two string constants\n”);</a:t>
            </a:r>
          </a:p>
          <a:p>
            <a:pPr eaLnBrk="1" hangingPunct="1"/>
            <a:r>
              <a:rPr lang="en-IN" altLang="en-US" sz="1800" dirty="0"/>
              <a:t> 	</a:t>
            </a:r>
            <a:r>
              <a:rPr lang="en-IN" altLang="en-US" sz="1800" dirty="0" err="1"/>
              <a:t>printf</a:t>
            </a:r>
            <a:r>
              <a:rPr lang="en-IN" altLang="en-US" sz="1800" dirty="0"/>
              <a:t>(“?”);   </a:t>
            </a:r>
            <a:r>
              <a:rPr lang="en-IN" altLang="en-US" sz="1800" dirty="0" err="1"/>
              <a:t>scanf</a:t>
            </a:r>
            <a:r>
              <a:rPr lang="en-IN" altLang="en-US" sz="1800" dirty="0"/>
              <a:t>(“%s %s”, s1,s2); </a:t>
            </a:r>
          </a:p>
          <a:p>
            <a:pPr eaLnBrk="1" hangingPunct="1"/>
            <a:r>
              <a:rPr lang="en-IN" altLang="en-US" sz="1800" dirty="0"/>
              <a:t>	x=</a:t>
            </a:r>
            <a:r>
              <a:rPr lang="en-IN" altLang="en-US" sz="1800" dirty="0" err="1"/>
              <a:t>strcmp</a:t>
            </a:r>
            <a:r>
              <a:rPr lang="en-IN" altLang="en-US" sz="1800" dirty="0"/>
              <a:t>(s1,s2); </a:t>
            </a:r>
          </a:p>
          <a:p>
            <a:pPr eaLnBrk="1" hangingPunct="1"/>
            <a:r>
              <a:rPr lang="en-IN" altLang="en-US" sz="1800" dirty="0"/>
              <a:t>	If(y!=0) </a:t>
            </a:r>
          </a:p>
          <a:p>
            <a:pPr eaLnBrk="1" hangingPunct="1"/>
            <a:r>
              <a:rPr lang="en-IN" altLang="en-US" sz="1800" dirty="0"/>
              <a:t>	{</a:t>
            </a:r>
          </a:p>
          <a:p>
            <a:pPr eaLnBrk="1" hangingPunct="1"/>
            <a:r>
              <a:rPr lang="en-IN" altLang="en-US" sz="1800" dirty="0"/>
              <a:t> 	</a:t>
            </a:r>
            <a:r>
              <a:rPr lang="en-IN" altLang="en-US" sz="1800" dirty="0" err="1"/>
              <a:t>printf</a:t>
            </a:r>
            <a:r>
              <a:rPr lang="en-IN" altLang="en-US" sz="1800" dirty="0"/>
              <a:t>(“\n\n Strings are not equal\n”);</a:t>
            </a:r>
          </a:p>
          <a:p>
            <a:pPr eaLnBrk="1" hangingPunct="1"/>
            <a:r>
              <a:rPr lang="en-IN" altLang="en-US" sz="1800" dirty="0"/>
              <a:t> 	</a:t>
            </a:r>
            <a:r>
              <a:rPr lang="en-IN" altLang="en-US" sz="1800" dirty="0" err="1"/>
              <a:t>strcat</a:t>
            </a:r>
            <a:r>
              <a:rPr lang="en-IN" altLang="en-US" sz="1800" dirty="0"/>
              <a:t>(s1,s2); </a:t>
            </a:r>
          </a:p>
          <a:p>
            <a:pPr eaLnBrk="1" hangingPunct="1"/>
            <a:r>
              <a:rPr lang="en-IN" altLang="en-US" sz="1800" dirty="0"/>
              <a:t>	} </a:t>
            </a:r>
          </a:p>
          <a:p>
            <a:pPr eaLnBrk="1" hangingPunct="1"/>
            <a:r>
              <a:rPr lang="en-IN" altLang="en-US" sz="1800" dirty="0"/>
              <a:t>	else </a:t>
            </a:r>
          </a:p>
          <a:p>
            <a:pPr eaLnBrk="1" hangingPunct="1"/>
            <a:r>
              <a:rPr lang="en-IN" altLang="en-US" sz="1800" dirty="0"/>
              <a:t>	</a:t>
            </a:r>
            <a:r>
              <a:rPr lang="en-IN" altLang="en-US" sz="1800" dirty="0" err="1"/>
              <a:t>printf</a:t>
            </a:r>
            <a:r>
              <a:rPr lang="en-IN" altLang="en-US" sz="1800" dirty="0"/>
              <a:t>(“\n\n Strings are equal\n”); </a:t>
            </a:r>
          </a:p>
          <a:p>
            <a:pPr eaLnBrk="1" hangingPunct="1"/>
            <a:r>
              <a:rPr lang="en-IN" altLang="en-US" sz="1800" dirty="0"/>
              <a:t>	</a:t>
            </a:r>
            <a:r>
              <a:rPr lang="en-IN" altLang="en-US" sz="1800" dirty="0" err="1"/>
              <a:t>strcpy</a:t>
            </a:r>
            <a:r>
              <a:rPr lang="en-IN" altLang="en-US" sz="1800" dirty="0"/>
              <a:t>(s3,s1); </a:t>
            </a:r>
          </a:p>
          <a:p>
            <a:pPr eaLnBrk="1" hangingPunct="1"/>
            <a:r>
              <a:rPr lang="en-US" altLang="zh-CN" sz="1800" dirty="0">
                <a:ea typeface="SimSun" panose="02010600030101010101" pitchFamily="2" charset="-122"/>
              </a:rPr>
              <a:t>	len1=</a:t>
            </a:r>
            <a:r>
              <a:rPr lang="en-US" altLang="zh-CN" sz="1800" dirty="0" err="1">
                <a:ea typeface="SimSun" panose="02010600030101010101" pitchFamily="2" charset="-122"/>
              </a:rPr>
              <a:t>strlen</a:t>
            </a:r>
            <a:r>
              <a:rPr lang="en-US" altLang="zh-CN" sz="1800" dirty="0">
                <a:ea typeface="SimSun" panose="02010600030101010101" pitchFamily="2" charset="-122"/>
              </a:rPr>
              <a:t>(s1);</a:t>
            </a:r>
          </a:p>
          <a:p>
            <a:pPr eaLnBrk="1" hangingPunct="1"/>
            <a:r>
              <a:rPr lang="en-US" altLang="zh-CN" sz="1800" dirty="0">
                <a:ea typeface="SimSun" panose="02010600030101010101" pitchFamily="2" charset="-122"/>
              </a:rPr>
              <a:t> 	len2=</a:t>
            </a:r>
            <a:r>
              <a:rPr lang="en-US" altLang="zh-CN" sz="1800" dirty="0" err="1">
                <a:ea typeface="SimSun" panose="02010600030101010101" pitchFamily="2" charset="-122"/>
              </a:rPr>
              <a:t>strlen</a:t>
            </a:r>
            <a:r>
              <a:rPr lang="en-US" altLang="zh-CN" sz="1800" dirty="0">
                <a:ea typeface="SimSun" panose="02010600030101010101" pitchFamily="2" charset="-122"/>
              </a:rPr>
              <a:t>(s2); </a:t>
            </a:r>
          </a:p>
          <a:p>
            <a:pPr eaLnBrk="1" hangingPunct="1"/>
            <a:r>
              <a:rPr lang="en-US" altLang="zh-CN" sz="1800" dirty="0">
                <a:ea typeface="SimSun" panose="02010600030101010101" pitchFamily="2" charset="-122"/>
              </a:rPr>
              <a:t>	len3=</a:t>
            </a:r>
            <a:r>
              <a:rPr lang="en-US" altLang="zh-CN" sz="1800" dirty="0" err="1">
                <a:ea typeface="SimSun" panose="02010600030101010101" pitchFamily="2" charset="-122"/>
              </a:rPr>
              <a:t>strlen</a:t>
            </a:r>
            <a:r>
              <a:rPr lang="en-US" altLang="zh-CN" sz="1800" dirty="0">
                <a:ea typeface="SimSun" panose="02010600030101010101" pitchFamily="2" charset="-122"/>
              </a:rPr>
              <a:t>(s3);</a:t>
            </a:r>
          </a:p>
          <a:p>
            <a:pPr eaLnBrk="1" hangingPunct="1"/>
            <a:r>
              <a:rPr lang="en-US" altLang="zh-CN" sz="1800" dirty="0">
                <a:ea typeface="SimSun" panose="02010600030101010101" pitchFamily="2" charset="-122"/>
              </a:rPr>
              <a:t>                    </a:t>
            </a:r>
            <a:r>
              <a:rPr lang="en-US" altLang="zh-CN" sz="1800" dirty="0" err="1">
                <a:ea typeface="SimSun" panose="02010600030101010101" pitchFamily="2" charset="-122"/>
              </a:rPr>
              <a:t>printf</a:t>
            </a:r>
            <a:r>
              <a:rPr lang="en-US" altLang="zh-CN" sz="1800" dirty="0">
                <a:ea typeface="SimSun" panose="02010600030101010101" pitchFamily="2" charset="-122"/>
              </a:rPr>
              <a:t>(“\n s1= %s length= %d character \n”,s1,len1);</a:t>
            </a:r>
          </a:p>
          <a:p>
            <a:pPr eaLnBrk="1" hangingPunct="1"/>
            <a:r>
              <a:rPr lang="en-US" altLang="zh-CN" sz="1800" dirty="0">
                <a:ea typeface="SimSun" panose="02010600030101010101" pitchFamily="2" charset="-122"/>
              </a:rPr>
              <a:t>                    </a:t>
            </a:r>
            <a:r>
              <a:rPr lang="en-US" altLang="zh-CN" sz="1800" dirty="0" err="1">
                <a:ea typeface="SimSun" panose="02010600030101010101" pitchFamily="2" charset="-122"/>
              </a:rPr>
              <a:t>printf</a:t>
            </a:r>
            <a:r>
              <a:rPr lang="en-US" altLang="zh-CN" sz="1800" dirty="0">
                <a:ea typeface="SimSun" panose="02010600030101010101" pitchFamily="2" charset="-122"/>
              </a:rPr>
              <a:t>(“\n s2= %s length= %d character \n”,s2,len2); </a:t>
            </a:r>
          </a:p>
          <a:p>
            <a:pPr eaLnBrk="1" hangingPunct="1"/>
            <a:r>
              <a:rPr lang="en-US" altLang="zh-CN" sz="1800" dirty="0">
                <a:ea typeface="SimSun" panose="02010600030101010101" pitchFamily="2" charset="-122"/>
              </a:rPr>
              <a:t>                    </a:t>
            </a:r>
            <a:r>
              <a:rPr lang="en-US" altLang="zh-CN" sz="1800" dirty="0" err="1">
                <a:ea typeface="SimSun" panose="02010600030101010101" pitchFamily="2" charset="-122"/>
              </a:rPr>
              <a:t>printf</a:t>
            </a:r>
            <a:r>
              <a:rPr lang="en-US" altLang="zh-CN" sz="1800" dirty="0">
                <a:ea typeface="SimSun" panose="02010600030101010101" pitchFamily="2" charset="-122"/>
              </a:rPr>
              <a:t>(“\n s3= %s length= %d character \n”,s3,len3); </a:t>
            </a:r>
          </a:p>
          <a:p>
            <a:pPr eaLnBrk="1" hangingPunct="1"/>
            <a:r>
              <a:rPr lang="en-US" altLang="zh-CN" sz="1800" dirty="0">
                <a:ea typeface="SimSun" panose="02010600030101010101" pitchFamily="2" charset="-122"/>
              </a:rPr>
              <a:t>} </a:t>
            </a:r>
            <a:endParaRPr lang="en-I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788396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C4FB6-6D5A-A99E-9215-BF60E3F3F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Rectangle">
            <a:extLst>
              <a:ext uri="{FF2B5EF4-FFF2-40B4-BE49-F238E27FC236}">
                <a16:creationId xmlns:a16="http://schemas.microsoft.com/office/drawing/2014/main" id="{ECBDDAD7-58AA-ABC2-5339-0628A4D039DC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1048623" name="Rectangle">
            <a:extLst>
              <a:ext uri="{FF2B5EF4-FFF2-40B4-BE49-F238E27FC236}">
                <a16:creationId xmlns:a16="http://schemas.microsoft.com/office/drawing/2014/main" id="{5F83D06B-E3FF-2580-50A4-F5F7A8690856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91" name="Group 32">
            <a:extLst>
              <a:ext uri="{FF2B5EF4-FFF2-40B4-BE49-F238E27FC236}">
                <a16:creationId xmlns:a16="http://schemas.microsoft.com/office/drawing/2014/main" id="{DBD469BC-A789-B43D-CD6D-6A46B0AC0424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1048624" name="Rectangle">
              <a:extLst>
                <a:ext uri="{FF2B5EF4-FFF2-40B4-BE49-F238E27FC236}">
                  <a16:creationId xmlns:a16="http://schemas.microsoft.com/office/drawing/2014/main" id="{88CE13BE-4457-C708-1D31-09FE93E48F2F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1048625" name="Rectangle">
              <a:extLst>
                <a:ext uri="{FF2B5EF4-FFF2-40B4-BE49-F238E27FC236}">
                  <a16:creationId xmlns:a16="http://schemas.microsoft.com/office/drawing/2014/main" id="{5C2F6A9E-1B50-09E9-CDC3-2673C96FC65C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097160" name="Image" descr="Image">
              <a:extLst>
                <a:ext uri="{FF2B5EF4-FFF2-40B4-BE49-F238E27FC236}">
                  <a16:creationId xmlns:a16="http://schemas.microsoft.com/office/drawing/2014/main" id="{7FF7433A-B56C-B9A1-EF7E-6E1084A7F2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CD6286EB-3DDC-DEF3-E6A7-4A117962B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9007" y="52388"/>
            <a:ext cx="5392765" cy="7078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sz="2000" b="1" u="sng" dirty="0">
              <a:latin typeface="Cambria" panose="020405030504060302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altLang="zh-CN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N" altLang="en-US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4C4058-D274-68FC-62A7-2E0E0901138F}"/>
              </a:ext>
            </a:extLst>
          </p:cNvPr>
          <p:cNvSpPr txBox="1"/>
          <p:nvPr/>
        </p:nvSpPr>
        <p:spPr>
          <a:xfrm>
            <a:off x="3032760" y="226785"/>
            <a:ext cx="610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42FB53-13A2-9A7C-86E2-3F4FB1176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0731" y="770514"/>
            <a:ext cx="7620000" cy="50800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39700" h="139700" prst="divot"/>
          </a:sp3d>
        </p:spPr>
      </p:pic>
    </p:spTree>
    <p:extLst>
      <p:ext uri="{BB962C8B-B14F-4D97-AF65-F5344CB8AC3E}">
        <p14:creationId xmlns:p14="http://schemas.microsoft.com/office/powerpoint/2010/main" val="3836325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4018</Words>
  <Application>Microsoft Office PowerPoint</Application>
  <PresentationFormat>Widescreen</PresentationFormat>
  <Paragraphs>841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SimSun</vt:lpstr>
      <vt:lpstr>Arial</vt:lpstr>
      <vt:lpstr>Calibri</vt:lpstr>
      <vt:lpstr>Calibri Light</vt:lpstr>
      <vt:lpstr>Cambria</vt:lpstr>
      <vt:lpstr>Times New Roman</vt:lpstr>
      <vt:lpstr>Office Theme</vt:lpstr>
      <vt:lpstr>MODULE  4:        Strings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trishya konchigeri</dc:creator>
  <cp:lastModifiedBy>trishya konchigeri</cp:lastModifiedBy>
  <cp:revision>1</cp:revision>
  <dcterms:created xsi:type="dcterms:W3CDTF">2025-06-08T19:03:20Z</dcterms:created>
  <dcterms:modified xsi:type="dcterms:W3CDTF">2025-06-08T20:15:30Z</dcterms:modified>
</cp:coreProperties>
</file>